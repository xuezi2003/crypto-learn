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4" r:id="rId2"/>
    <p:sldId id="570" r:id="rId3"/>
    <p:sldId id="572" r:id="rId4"/>
    <p:sldId id="573" r:id="rId5"/>
    <p:sldId id="579" r:id="rId6"/>
    <p:sldId id="581" r:id="rId7"/>
    <p:sldId id="580" r:id="rId8"/>
    <p:sldId id="582" r:id="rId9"/>
    <p:sldId id="583" r:id="rId10"/>
    <p:sldId id="584" r:id="rId11"/>
    <p:sldId id="585" r:id="rId12"/>
    <p:sldId id="586" r:id="rId13"/>
    <p:sldId id="591" r:id="rId14"/>
    <p:sldId id="574" r:id="rId15"/>
    <p:sldId id="587" r:id="rId16"/>
    <p:sldId id="589" r:id="rId17"/>
    <p:sldId id="588" r:id="rId18"/>
    <p:sldId id="575" r:id="rId19"/>
    <p:sldId id="577" r:id="rId20"/>
    <p:sldId id="590" r:id="rId21"/>
    <p:sldId id="520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 zebra" initials="王" lastIdx="2" clrIdx="0">
    <p:extLst>
      <p:ext uri="{19B8F6BF-5375-455C-9EA6-DF929625EA0E}">
        <p15:presenceInfo xmlns:p15="http://schemas.microsoft.com/office/powerpoint/2012/main" userId="512e36ef2895e49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9B"/>
    <a:srgbClr val="DDE5F4"/>
    <a:srgbClr val="FFDDDD"/>
    <a:srgbClr val="8FAADC"/>
    <a:srgbClr val="C00000"/>
    <a:srgbClr val="FFFFFF"/>
    <a:srgbClr val="FFE4E4"/>
    <a:srgbClr val="FFF7CF"/>
    <a:srgbClr val="D1FFDB"/>
    <a:srgbClr val="A951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CBC05F-ACAB-4218-89BF-6D3DBF4C775E}" v="270" dt="2024-05-31T06:13:17.6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0377" autoAdjust="0"/>
  </p:normalViewPr>
  <p:slideViewPr>
    <p:cSldViewPr snapToGrid="0">
      <p:cViewPr varScale="1">
        <p:scale>
          <a:sx n="145" d="100"/>
          <a:sy n="145" d="100"/>
        </p:scale>
        <p:origin x="888" y="1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ongming Wang" userId="512e36ef2895e492" providerId="LiveId" clId="{F7B6AD59-678D-4521-89C8-9CC88AB6FF21}"/>
    <pc:docChg chg="undo custSel addSld delSld modSld sldOrd">
      <pc:chgData name="Zhongming Wang" userId="512e36ef2895e492" providerId="LiveId" clId="{F7B6AD59-678D-4521-89C8-9CC88AB6FF21}" dt="2024-03-21T07:32:35.357" v="635" actId="20577"/>
      <pc:docMkLst>
        <pc:docMk/>
      </pc:docMkLst>
      <pc:sldChg chg="modSp mod">
        <pc:chgData name="Zhongming Wang" userId="512e36ef2895e492" providerId="LiveId" clId="{F7B6AD59-678D-4521-89C8-9CC88AB6FF21}" dt="2024-03-21T07:19:20.944" v="220" actId="20577"/>
        <pc:sldMkLst>
          <pc:docMk/>
          <pc:sldMk cId="41641697" sldId="264"/>
        </pc:sldMkLst>
        <pc:spChg chg="mod">
          <ac:chgData name="Zhongming Wang" userId="512e36ef2895e492" providerId="LiveId" clId="{F7B6AD59-678D-4521-89C8-9CC88AB6FF21}" dt="2024-03-21T07:19:20.944" v="220" actId="20577"/>
          <ac:spMkLst>
            <pc:docMk/>
            <pc:sldMk cId="41641697" sldId="264"/>
            <ac:spMk id="14" creationId="{C5894F79-5F33-A47F-8011-EFCF2C381F5F}"/>
          </ac:spMkLst>
        </pc:spChg>
      </pc:sldChg>
      <pc:sldChg chg="delSp modSp mod ord">
        <pc:chgData name="Zhongming Wang" userId="512e36ef2895e492" providerId="LiveId" clId="{F7B6AD59-678D-4521-89C8-9CC88AB6FF21}" dt="2024-03-21T07:21:51.911" v="360" actId="20577"/>
        <pc:sldMkLst>
          <pc:docMk/>
          <pc:sldMk cId="2353006314" sldId="422"/>
        </pc:sldMkLst>
        <pc:spChg chg="mod">
          <ac:chgData name="Zhongming Wang" userId="512e36ef2895e492" providerId="LiveId" clId="{F7B6AD59-678D-4521-89C8-9CC88AB6FF21}" dt="2024-03-21T07:21:01.807" v="256" actId="20577"/>
          <ac:spMkLst>
            <pc:docMk/>
            <pc:sldMk cId="2353006314" sldId="422"/>
            <ac:spMk id="2" creationId="{95648C1A-9302-4744-8637-3D0075A57977}"/>
          </ac:spMkLst>
        </pc:spChg>
        <pc:spChg chg="mod">
          <ac:chgData name="Zhongming Wang" userId="512e36ef2895e492" providerId="LiveId" clId="{F7B6AD59-678D-4521-89C8-9CC88AB6FF21}" dt="2024-03-21T07:21:51.911" v="360" actId="20577"/>
          <ac:spMkLst>
            <pc:docMk/>
            <pc:sldMk cId="2353006314" sldId="422"/>
            <ac:spMk id="24" creationId="{2E6F37BF-6FC2-4F1E-98EF-2B06C1267D1B}"/>
          </ac:spMkLst>
        </pc:spChg>
        <pc:picChg chg="del">
          <ac:chgData name="Zhongming Wang" userId="512e36ef2895e492" providerId="LiveId" clId="{F7B6AD59-678D-4521-89C8-9CC88AB6FF21}" dt="2024-03-21T07:21:06.421" v="258" actId="478"/>
          <ac:picMkLst>
            <pc:docMk/>
            <pc:sldMk cId="2353006314" sldId="422"/>
            <ac:picMk id="16" creationId="{6F32D297-6073-4121-AAD4-3828D675F68B}"/>
          </ac:picMkLst>
        </pc:picChg>
        <pc:picChg chg="del">
          <ac:chgData name="Zhongming Wang" userId="512e36ef2895e492" providerId="LiveId" clId="{F7B6AD59-678D-4521-89C8-9CC88AB6FF21}" dt="2024-03-21T07:21:05.601" v="257" actId="478"/>
          <ac:picMkLst>
            <pc:docMk/>
            <pc:sldMk cId="2353006314" sldId="422"/>
            <ac:picMk id="17" creationId="{C38F583C-0402-42DD-BE06-28D086F357EA}"/>
          </ac:picMkLst>
        </pc:picChg>
        <pc:picChg chg="mod">
          <ac:chgData name="Zhongming Wang" userId="512e36ef2895e492" providerId="LiveId" clId="{F7B6AD59-678D-4521-89C8-9CC88AB6FF21}" dt="2024-03-21T07:21:36.678" v="318" actId="1036"/>
          <ac:picMkLst>
            <pc:docMk/>
            <pc:sldMk cId="2353006314" sldId="422"/>
            <ac:picMk id="47" creationId="{8F3821F7-43DD-F46C-9834-65CC2A9A07CD}"/>
          </ac:picMkLst>
        </pc:picChg>
        <pc:picChg chg="mod">
          <ac:chgData name="Zhongming Wang" userId="512e36ef2895e492" providerId="LiveId" clId="{F7B6AD59-678D-4521-89C8-9CC88AB6FF21}" dt="2024-03-21T07:21:36.678" v="318" actId="1036"/>
          <ac:picMkLst>
            <pc:docMk/>
            <pc:sldMk cId="2353006314" sldId="422"/>
            <ac:picMk id="48" creationId="{CCFE88D5-5F7E-B0ED-7E99-124A44FE9E47}"/>
          </ac:picMkLst>
        </pc:picChg>
        <pc:picChg chg="mod">
          <ac:chgData name="Zhongming Wang" userId="512e36ef2895e492" providerId="LiveId" clId="{F7B6AD59-678D-4521-89C8-9CC88AB6FF21}" dt="2024-03-21T07:21:36.678" v="318" actId="1036"/>
          <ac:picMkLst>
            <pc:docMk/>
            <pc:sldMk cId="2353006314" sldId="422"/>
            <ac:picMk id="49" creationId="{BE03236B-4315-9433-206E-C19195A51CD9}"/>
          </ac:picMkLst>
        </pc:picChg>
        <pc:picChg chg="mod">
          <ac:chgData name="Zhongming Wang" userId="512e36ef2895e492" providerId="LiveId" clId="{F7B6AD59-678D-4521-89C8-9CC88AB6FF21}" dt="2024-03-21T07:21:36.678" v="318" actId="1036"/>
          <ac:picMkLst>
            <pc:docMk/>
            <pc:sldMk cId="2353006314" sldId="422"/>
            <ac:picMk id="1028" creationId="{06A7FF76-4633-550B-F4A5-738DFE2EF0AB}"/>
          </ac:picMkLst>
        </pc:picChg>
      </pc:sldChg>
      <pc:sldChg chg="del">
        <pc:chgData name="Zhongming Wang" userId="512e36ef2895e492" providerId="LiveId" clId="{F7B6AD59-678D-4521-89C8-9CC88AB6FF21}" dt="2024-03-21T07:28:01.992" v="555" actId="47"/>
        <pc:sldMkLst>
          <pc:docMk/>
          <pc:sldMk cId="4058623033" sldId="524"/>
        </pc:sldMkLst>
      </pc:sldChg>
      <pc:sldChg chg="modSp mod">
        <pc:chgData name="Zhongming Wang" userId="512e36ef2895e492" providerId="LiveId" clId="{F7B6AD59-678D-4521-89C8-9CC88AB6FF21}" dt="2024-03-21T07:32:35.357" v="635" actId="20577"/>
        <pc:sldMkLst>
          <pc:docMk/>
          <pc:sldMk cId="292809931" sldId="525"/>
        </pc:sldMkLst>
        <pc:spChg chg="mod">
          <ac:chgData name="Zhongming Wang" userId="512e36ef2895e492" providerId="LiveId" clId="{F7B6AD59-678D-4521-89C8-9CC88AB6FF21}" dt="2024-03-21T07:32:32.478" v="630" actId="20577"/>
          <ac:spMkLst>
            <pc:docMk/>
            <pc:sldMk cId="292809931" sldId="525"/>
            <ac:spMk id="2" creationId="{9BE10A44-04AE-6AD6-8AEC-47882B9F13FB}"/>
          </ac:spMkLst>
        </pc:spChg>
        <pc:spChg chg="mod">
          <ac:chgData name="Zhongming Wang" userId="512e36ef2895e492" providerId="LiveId" clId="{F7B6AD59-678D-4521-89C8-9CC88AB6FF21}" dt="2024-03-21T07:13:52.234" v="182" actId="20577"/>
          <ac:spMkLst>
            <pc:docMk/>
            <pc:sldMk cId="292809931" sldId="525"/>
            <ac:spMk id="6" creationId="{7ADB2C1D-9765-43B5-807B-51A0E46D9B90}"/>
          </ac:spMkLst>
        </pc:spChg>
        <pc:spChg chg="mod">
          <ac:chgData name="Zhongming Wang" userId="512e36ef2895e492" providerId="LiveId" clId="{F7B6AD59-678D-4521-89C8-9CC88AB6FF21}" dt="2024-03-21T07:32:35.357" v="635" actId="20577"/>
          <ac:spMkLst>
            <pc:docMk/>
            <pc:sldMk cId="292809931" sldId="525"/>
            <ac:spMk id="7" creationId="{ECE31F92-1261-4C1B-AC71-DBDCE9259D2D}"/>
          </ac:spMkLst>
        </pc:spChg>
      </pc:sldChg>
      <pc:sldChg chg="del">
        <pc:chgData name="Zhongming Wang" userId="512e36ef2895e492" providerId="LiveId" clId="{F7B6AD59-678D-4521-89C8-9CC88AB6FF21}" dt="2024-03-21T07:28:02.586" v="556" actId="47"/>
        <pc:sldMkLst>
          <pc:docMk/>
          <pc:sldMk cId="2571721164" sldId="527"/>
        </pc:sldMkLst>
      </pc:sldChg>
      <pc:sldChg chg="del">
        <pc:chgData name="Zhongming Wang" userId="512e36ef2895e492" providerId="LiveId" clId="{F7B6AD59-678D-4521-89C8-9CC88AB6FF21}" dt="2024-03-21T07:28:03.007" v="557" actId="47"/>
        <pc:sldMkLst>
          <pc:docMk/>
          <pc:sldMk cId="1460625110" sldId="528"/>
        </pc:sldMkLst>
      </pc:sldChg>
      <pc:sldChg chg="del">
        <pc:chgData name="Zhongming Wang" userId="512e36ef2895e492" providerId="LiveId" clId="{F7B6AD59-678D-4521-89C8-9CC88AB6FF21}" dt="2024-03-21T07:28:03.367" v="558" actId="47"/>
        <pc:sldMkLst>
          <pc:docMk/>
          <pc:sldMk cId="3226301551" sldId="529"/>
        </pc:sldMkLst>
      </pc:sldChg>
      <pc:sldChg chg="del">
        <pc:chgData name="Zhongming Wang" userId="512e36ef2895e492" providerId="LiveId" clId="{F7B6AD59-678D-4521-89C8-9CC88AB6FF21}" dt="2024-03-21T07:28:03.695" v="559" actId="47"/>
        <pc:sldMkLst>
          <pc:docMk/>
          <pc:sldMk cId="4223469013" sldId="530"/>
        </pc:sldMkLst>
      </pc:sldChg>
      <pc:sldChg chg="del">
        <pc:chgData name="Zhongming Wang" userId="512e36ef2895e492" providerId="LiveId" clId="{F7B6AD59-678D-4521-89C8-9CC88AB6FF21}" dt="2024-03-21T07:28:04.605" v="561" actId="47"/>
        <pc:sldMkLst>
          <pc:docMk/>
          <pc:sldMk cId="2360464525" sldId="531"/>
        </pc:sldMkLst>
      </pc:sldChg>
      <pc:sldChg chg="del">
        <pc:chgData name="Zhongming Wang" userId="512e36ef2895e492" providerId="LiveId" clId="{F7B6AD59-678D-4521-89C8-9CC88AB6FF21}" dt="2024-03-21T07:28:04.105" v="560" actId="47"/>
        <pc:sldMkLst>
          <pc:docMk/>
          <pc:sldMk cId="1057176820" sldId="532"/>
        </pc:sldMkLst>
      </pc:sldChg>
      <pc:sldChg chg="del">
        <pc:chgData name="Zhongming Wang" userId="512e36ef2895e492" providerId="LiveId" clId="{F7B6AD59-678D-4521-89C8-9CC88AB6FF21}" dt="2024-03-21T07:28:06.839" v="563" actId="47"/>
        <pc:sldMkLst>
          <pc:docMk/>
          <pc:sldMk cId="348194967" sldId="533"/>
        </pc:sldMkLst>
      </pc:sldChg>
      <pc:sldChg chg="del">
        <pc:chgData name="Zhongming Wang" userId="512e36ef2895e492" providerId="LiveId" clId="{F7B6AD59-678D-4521-89C8-9CC88AB6FF21}" dt="2024-03-21T07:28:07.370" v="564" actId="47"/>
        <pc:sldMkLst>
          <pc:docMk/>
          <pc:sldMk cId="202319900" sldId="534"/>
        </pc:sldMkLst>
      </pc:sldChg>
      <pc:sldChg chg="del">
        <pc:chgData name="Zhongming Wang" userId="512e36ef2895e492" providerId="LiveId" clId="{F7B6AD59-678D-4521-89C8-9CC88AB6FF21}" dt="2024-03-21T07:28:08.355" v="566" actId="47"/>
        <pc:sldMkLst>
          <pc:docMk/>
          <pc:sldMk cId="646710263" sldId="535"/>
        </pc:sldMkLst>
      </pc:sldChg>
      <pc:sldChg chg="del">
        <pc:chgData name="Zhongming Wang" userId="512e36ef2895e492" providerId="LiveId" clId="{F7B6AD59-678D-4521-89C8-9CC88AB6FF21}" dt="2024-03-21T07:28:08.950" v="567" actId="47"/>
        <pc:sldMkLst>
          <pc:docMk/>
          <pc:sldMk cId="3794217400" sldId="536"/>
        </pc:sldMkLst>
      </pc:sldChg>
      <pc:sldChg chg="del">
        <pc:chgData name="Zhongming Wang" userId="512e36ef2895e492" providerId="LiveId" clId="{F7B6AD59-678D-4521-89C8-9CC88AB6FF21}" dt="2024-03-21T07:28:07.886" v="565" actId="47"/>
        <pc:sldMkLst>
          <pc:docMk/>
          <pc:sldMk cId="687908224" sldId="537"/>
        </pc:sldMkLst>
      </pc:sldChg>
      <pc:sldChg chg="del">
        <pc:chgData name="Zhongming Wang" userId="512e36ef2895e492" providerId="LiveId" clId="{F7B6AD59-678D-4521-89C8-9CC88AB6FF21}" dt="2024-03-21T07:28:09.387" v="568" actId="47"/>
        <pc:sldMkLst>
          <pc:docMk/>
          <pc:sldMk cId="1863371965" sldId="538"/>
        </pc:sldMkLst>
      </pc:sldChg>
      <pc:sldChg chg="del">
        <pc:chgData name="Zhongming Wang" userId="512e36ef2895e492" providerId="LiveId" clId="{F7B6AD59-678D-4521-89C8-9CC88AB6FF21}" dt="2024-03-21T07:28:10.184" v="569" actId="47"/>
        <pc:sldMkLst>
          <pc:docMk/>
          <pc:sldMk cId="1771312132" sldId="539"/>
        </pc:sldMkLst>
      </pc:sldChg>
      <pc:sldChg chg="del">
        <pc:chgData name="Zhongming Wang" userId="512e36ef2895e492" providerId="LiveId" clId="{F7B6AD59-678D-4521-89C8-9CC88AB6FF21}" dt="2024-03-21T07:27:57.286" v="553" actId="47"/>
        <pc:sldMkLst>
          <pc:docMk/>
          <pc:sldMk cId="3971369129" sldId="541"/>
        </pc:sldMkLst>
      </pc:sldChg>
      <pc:sldChg chg="del">
        <pc:chgData name="Zhongming Wang" userId="512e36ef2895e492" providerId="LiveId" clId="{F7B6AD59-678D-4521-89C8-9CC88AB6FF21}" dt="2024-03-21T07:28:04.964" v="562" actId="47"/>
        <pc:sldMkLst>
          <pc:docMk/>
          <pc:sldMk cId="1352311311" sldId="542"/>
        </pc:sldMkLst>
      </pc:sldChg>
      <pc:sldChg chg="addSp delSp modSp add mod">
        <pc:chgData name="Zhongming Wang" userId="512e36ef2895e492" providerId="LiveId" clId="{F7B6AD59-678D-4521-89C8-9CC88AB6FF21}" dt="2024-03-21T07:26:55.869" v="552" actId="113"/>
        <pc:sldMkLst>
          <pc:docMk/>
          <pc:sldMk cId="2671361292" sldId="543"/>
        </pc:sldMkLst>
        <pc:spChg chg="mod">
          <ac:chgData name="Zhongming Wang" userId="512e36ef2895e492" providerId="LiveId" clId="{F7B6AD59-678D-4521-89C8-9CC88AB6FF21}" dt="2024-03-21T07:22:15.072" v="381" actId="313"/>
          <ac:spMkLst>
            <pc:docMk/>
            <pc:sldMk cId="2671361292" sldId="543"/>
            <ac:spMk id="2" creationId="{95648C1A-9302-4744-8637-3D0075A57977}"/>
          </ac:spMkLst>
        </pc:spChg>
        <pc:spChg chg="add mod">
          <ac:chgData name="Zhongming Wang" userId="512e36ef2895e492" providerId="LiveId" clId="{F7B6AD59-678D-4521-89C8-9CC88AB6FF21}" dt="2024-03-21T07:26:55.869" v="552" actId="113"/>
          <ac:spMkLst>
            <pc:docMk/>
            <pc:sldMk cId="2671361292" sldId="543"/>
            <ac:spMk id="10" creationId="{116D457E-C1F6-45E1-AC70-AE347E235D33}"/>
          </ac:spMkLst>
        </pc:spChg>
        <pc:spChg chg="del mod">
          <ac:chgData name="Zhongming Wang" userId="512e36ef2895e492" providerId="LiveId" clId="{F7B6AD59-678D-4521-89C8-9CC88AB6FF21}" dt="2024-03-21T07:22:36.802" v="383" actId="478"/>
          <ac:spMkLst>
            <pc:docMk/>
            <pc:sldMk cId="2671361292" sldId="543"/>
            <ac:spMk id="24" creationId="{2E6F37BF-6FC2-4F1E-98EF-2B06C1267D1B}"/>
          </ac:spMkLst>
        </pc:spChg>
        <pc:picChg chg="del">
          <ac:chgData name="Zhongming Wang" userId="512e36ef2895e492" providerId="LiveId" clId="{F7B6AD59-678D-4521-89C8-9CC88AB6FF21}" dt="2024-03-21T07:21:59.210" v="362" actId="478"/>
          <ac:picMkLst>
            <pc:docMk/>
            <pc:sldMk cId="2671361292" sldId="543"/>
            <ac:picMk id="47" creationId="{8F3821F7-43DD-F46C-9834-65CC2A9A07CD}"/>
          </ac:picMkLst>
        </pc:picChg>
        <pc:picChg chg="del">
          <ac:chgData name="Zhongming Wang" userId="512e36ef2895e492" providerId="LiveId" clId="{F7B6AD59-678D-4521-89C8-9CC88AB6FF21}" dt="2024-03-21T07:22:00.664" v="364" actId="478"/>
          <ac:picMkLst>
            <pc:docMk/>
            <pc:sldMk cId="2671361292" sldId="543"/>
            <ac:picMk id="48" creationId="{CCFE88D5-5F7E-B0ED-7E99-124A44FE9E47}"/>
          </ac:picMkLst>
        </pc:picChg>
        <pc:picChg chg="del">
          <ac:chgData name="Zhongming Wang" userId="512e36ef2895e492" providerId="LiveId" clId="{F7B6AD59-678D-4521-89C8-9CC88AB6FF21}" dt="2024-03-21T07:21:59.914" v="363" actId="478"/>
          <ac:picMkLst>
            <pc:docMk/>
            <pc:sldMk cId="2671361292" sldId="543"/>
            <ac:picMk id="49" creationId="{BE03236B-4315-9433-206E-C19195A51CD9}"/>
          </ac:picMkLst>
        </pc:picChg>
        <pc:picChg chg="del">
          <ac:chgData name="Zhongming Wang" userId="512e36ef2895e492" providerId="LiveId" clId="{F7B6AD59-678D-4521-89C8-9CC88AB6FF21}" dt="2024-03-21T07:22:01.258" v="365" actId="478"/>
          <ac:picMkLst>
            <pc:docMk/>
            <pc:sldMk cId="2671361292" sldId="543"/>
            <ac:picMk id="1028" creationId="{06A7FF76-4633-550B-F4A5-738DFE2EF0AB}"/>
          </ac:picMkLst>
        </pc:picChg>
      </pc:sldChg>
      <pc:sldChg chg="add">
        <pc:chgData name="Zhongming Wang" userId="512e36ef2895e492" providerId="LiveId" clId="{F7B6AD59-678D-4521-89C8-9CC88AB6FF21}" dt="2024-03-21T07:28:00.554" v="554"/>
        <pc:sldMkLst>
          <pc:docMk/>
          <pc:sldMk cId="743719958" sldId="544"/>
        </pc:sldMkLst>
      </pc:sldChg>
    </pc:docChg>
  </pc:docChgLst>
  <pc:docChgLst>
    <pc:chgData name="王 zebra" userId="512e36ef2895e492" providerId="LiveId" clId="{5EC0FFF9-D1E8-481B-A76C-E8D97E25AEBB}"/>
    <pc:docChg chg="custSel modSld">
      <pc:chgData name="王 zebra" userId="512e36ef2895e492" providerId="LiveId" clId="{5EC0FFF9-D1E8-481B-A76C-E8D97E25AEBB}" dt="2024-03-08T07:52:07.003" v="1" actId="478"/>
      <pc:docMkLst>
        <pc:docMk/>
      </pc:docMkLst>
      <pc:sldChg chg="delSp modSp mod">
        <pc:chgData name="王 zebra" userId="512e36ef2895e492" providerId="LiveId" clId="{5EC0FFF9-D1E8-481B-A76C-E8D97E25AEBB}" dt="2024-03-08T07:52:07.003" v="1" actId="478"/>
        <pc:sldMkLst>
          <pc:docMk/>
          <pc:sldMk cId="2208426332" sldId="521"/>
        </pc:sldMkLst>
        <pc:spChg chg="del mod">
          <ac:chgData name="王 zebra" userId="512e36ef2895e492" providerId="LiveId" clId="{5EC0FFF9-D1E8-481B-A76C-E8D97E25AEBB}" dt="2024-03-08T07:52:07.003" v="1" actId="478"/>
          <ac:spMkLst>
            <pc:docMk/>
            <pc:sldMk cId="2208426332" sldId="521"/>
            <ac:spMk id="8" creationId="{F809EADC-1E9F-4DFB-8DDD-BB4020E553E5}"/>
          </ac:spMkLst>
        </pc:spChg>
      </pc:sldChg>
    </pc:docChg>
  </pc:docChgLst>
  <pc:docChgLst>
    <pc:chgData name="王 zebra" userId="512e36ef2895e492" providerId="LiveId" clId="{ED8973F7-8380-48F3-8C85-7859093ACD56}"/>
    <pc:docChg chg="undo redo custSel addSld delSld modSld sldOrd">
      <pc:chgData name="王 zebra" userId="512e36ef2895e492" providerId="LiveId" clId="{ED8973F7-8380-48F3-8C85-7859093ACD56}" dt="2023-09-25T03:17:17.147" v="8556" actId="14"/>
      <pc:docMkLst>
        <pc:docMk/>
      </pc:docMkLst>
      <pc:sldChg chg="addSp modSp mod modAnim">
        <pc:chgData name="王 zebra" userId="512e36ef2895e492" providerId="LiveId" clId="{ED8973F7-8380-48F3-8C85-7859093ACD56}" dt="2023-09-24T14:53:03.876" v="7410"/>
        <pc:sldMkLst>
          <pc:docMk/>
          <pc:sldMk cId="41641697" sldId="264"/>
        </pc:sldMkLst>
        <pc:spChg chg="add mod">
          <ac:chgData name="王 zebra" userId="512e36ef2895e492" providerId="LiveId" clId="{ED8973F7-8380-48F3-8C85-7859093ACD56}" dt="2023-09-24T14:52:49.910" v="7409" actId="1076"/>
          <ac:spMkLst>
            <pc:docMk/>
            <pc:sldMk cId="41641697" sldId="264"/>
            <ac:spMk id="8" creationId="{7F627E08-FE90-470E-8604-F06FC139EE3C}"/>
          </ac:spMkLst>
        </pc:spChg>
        <pc:spChg chg="mod">
          <ac:chgData name="王 zebra" userId="512e36ef2895e492" providerId="LiveId" clId="{ED8973F7-8380-48F3-8C85-7859093ACD56}" dt="2023-09-24T08:28:17.110" v="1697" actId="20577"/>
          <ac:spMkLst>
            <pc:docMk/>
            <pc:sldMk cId="41641697" sldId="264"/>
            <ac:spMk id="14" creationId="{C5894F79-5F33-A47F-8011-EFCF2C381F5F}"/>
          </ac:spMkLst>
        </pc:spChg>
      </pc:sldChg>
      <pc:sldChg chg="addSp delSp modSp del mod ord">
        <pc:chgData name="王 zebra" userId="512e36ef2895e492" providerId="LiveId" clId="{ED8973F7-8380-48F3-8C85-7859093ACD56}" dt="2023-09-25T03:16:06.943" v="8550" actId="47"/>
        <pc:sldMkLst>
          <pc:docMk/>
          <pc:sldMk cId="3521914053" sldId="306"/>
        </pc:sldMkLst>
        <pc:spChg chg="add mod">
          <ac:chgData name="王 zebra" userId="512e36ef2895e492" providerId="LiveId" clId="{ED8973F7-8380-48F3-8C85-7859093ACD56}" dt="2023-09-25T03:12:36.097" v="8423" actId="21"/>
          <ac:spMkLst>
            <pc:docMk/>
            <pc:sldMk cId="3521914053" sldId="306"/>
            <ac:spMk id="3" creationId="{AAEAD5E2-98E5-4AFF-9E79-7F6780980584}"/>
          </ac:spMkLst>
        </pc:spChg>
        <pc:spChg chg="del">
          <ac:chgData name="王 zebra" userId="512e36ef2895e492" providerId="LiveId" clId="{ED8973F7-8380-48F3-8C85-7859093ACD56}" dt="2023-09-25T03:12:36.097" v="8423" actId="21"/>
          <ac:spMkLst>
            <pc:docMk/>
            <pc:sldMk cId="3521914053" sldId="306"/>
            <ac:spMk id="5" creationId="{90E05149-639A-4C88-83AB-91A7C58EDE79}"/>
          </ac:spMkLst>
        </pc:spChg>
      </pc:sldChg>
      <pc:sldChg chg="addSp delSp modSp mod ord">
        <pc:chgData name="王 zebra" userId="512e36ef2895e492" providerId="LiveId" clId="{ED8973F7-8380-48F3-8C85-7859093ACD56}" dt="2023-09-25T03:15:43.785" v="8538" actId="20577"/>
        <pc:sldMkLst>
          <pc:docMk/>
          <pc:sldMk cId="2358689794" sldId="400"/>
        </pc:sldMkLst>
        <pc:spChg chg="mod">
          <ac:chgData name="王 zebra" userId="512e36ef2895e492" providerId="LiveId" clId="{ED8973F7-8380-48F3-8C85-7859093ACD56}" dt="2023-09-24T09:24:43.407" v="3846" actId="20577"/>
          <ac:spMkLst>
            <pc:docMk/>
            <pc:sldMk cId="2358689794" sldId="400"/>
            <ac:spMk id="2" creationId="{95648C1A-9302-4744-8637-3D0075A57977}"/>
          </ac:spMkLst>
        </pc:spChg>
        <pc:spChg chg="add del">
          <ac:chgData name="王 zebra" userId="512e36ef2895e492" providerId="LiveId" clId="{ED8973F7-8380-48F3-8C85-7859093ACD56}" dt="2023-09-25T02:20:07.922" v="7822"/>
          <ac:spMkLst>
            <pc:docMk/>
            <pc:sldMk cId="2358689794" sldId="400"/>
            <ac:spMk id="7" creationId="{4FCFF0B5-E0F6-456D-AD75-7037E966A9A6}"/>
          </ac:spMkLst>
        </pc:spChg>
        <pc:spChg chg="add mod">
          <ac:chgData name="王 zebra" userId="512e36ef2895e492" providerId="LiveId" clId="{ED8973F7-8380-48F3-8C85-7859093ACD56}" dt="2023-09-25T03:15:43.785" v="8538" actId="20577"/>
          <ac:spMkLst>
            <pc:docMk/>
            <pc:sldMk cId="2358689794" sldId="400"/>
            <ac:spMk id="13" creationId="{40929F8B-E8F3-4053-861B-1B22C9C6BCE7}"/>
          </ac:spMkLst>
        </pc:spChg>
        <pc:spChg chg="mod">
          <ac:chgData name="王 zebra" userId="512e36ef2895e492" providerId="LiveId" clId="{ED8973F7-8380-48F3-8C85-7859093ACD56}" dt="2023-09-25T02:21:30.927" v="7841" actId="20577"/>
          <ac:spMkLst>
            <pc:docMk/>
            <pc:sldMk cId="2358689794" sldId="400"/>
            <ac:spMk id="24" creationId="{2E6F37BF-6FC2-4F1E-98EF-2B06C1267D1B}"/>
          </ac:spMkLst>
        </pc:spChg>
        <pc:picChg chg="mod">
          <ac:chgData name="王 zebra" userId="512e36ef2895e492" providerId="LiveId" clId="{ED8973F7-8380-48F3-8C85-7859093ACD56}" dt="2023-09-24T09:26:04.752" v="3891" actId="1037"/>
          <ac:picMkLst>
            <pc:docMk/>
            <pc:sldMk cId="2358689794" sldId="400"/>
            <ac:picMk id="4" creationId="{5EC17BD0-4319-D896-C6F0-92BD1B798AC4}"/>
          </ac:picMkLst>
        </pc:picChg>
        <pc:picChg chg="del">
          <ac:chgData name="王 zebra" userId="512e36ef2895e492" providerId="LiveId" clId="{ED8973F7-8380-48F3-8C85-7859093ACD56}" dt="2023-09-24T09:26:38.462" v="3915" actId="478"/>
          <ac:picMkLst>
            <pc:docMk/>
            <pc:sldMk cId="2358689794" sldId="400"/>
            <ac:picMk id="6" creationId="{76CA6D7B-5DA2-9C5A-4813-1232E367638E}"/>
          </ac:picMkLst>
        </pc:picChg>
        <pc:picChg chg="add mod">
          <ac:chgData name="王 zebra" userId="512e36ef2895e492" providerId="LiveId" clId="{ED8973F7-8380-48F3-8C85-7859093ACD56}" dt="2023-09-25T02:20:54.843" v="7840" actId="1076"/>
          <ac:picMkLst>
            <pc:docMk/>
            <pc:sldMk cId="2358689794" sldId="400"/>
            <ac:picMk id="9" creationId="{2885D50A-9666-4D22-A360-954AEFA0EBB5}"/>
          </ac:picMkLst>
        </pc:picChg>
        <pc:picChg chg="mod">
          <ac:chgData name="王 zebra" userId="512e36ef2895e492" providerId="LiveId" clId="{ED8973F7-8380-48F3-8C85-7859093ACD56}" dt="2023-09-24T09:25:27.998" v="3885" actId="1037"/>
          <ac:picMkLst>
            <pc:docMk/>
            <pc:sldMk cId="2358689794" sldId="400"/>
            <ac:picMk id="2050" creationId="{073086C8-ECA4-1A23-FF9F-F97163239549}"/>
          </ac:picMkLst>
        </pc:picChg>
        <pc:picChg chg="mod">
          <ac:chgData name="王 zebra" userId="512e36ef2895e492" providerId="LiveId" clId="{ED8973F7-8380-48F3-8C85-7859093ACD56}" dt="2023-09-24T09:25:25.981" v="3884" actId="1038"/>
          <ac:picMkLst>
            <pc:docMk/>
            <pc:sldMk cId="2358689794" sldId="400"/>
            <ac:picMk id="2052" creationId="{5B6D3E75-271F-3D5F-BDBC-41451B51D2D4}"/>
          </ac:picMkLst>
        </pc:picChg>
      </pc:sldChg>
      <pc:sldChg chg="addSp delSp modSp mod ord modAnim">
        <pc:chgData name="王 zebra" userId="512e36ef2895e492" providerId="LiveId" clId="{ED8973F7-8380-48F3-8C85-7859093ACD56}" dt="2023-09-25T01:40:44.512" v="7575" actId="14100"/>
        <pc:sldMkLst>
          <pc:docMk/>
          <pc:sldMk cId="2353006314" sldId="422"/>
        </pc:sldMkLst>
        <pc:spChg chg="mod">
          <ac:chgData name="王 zebra" userId="512e36ef2895e492" providerId="LiveId" clId="{ED8973F7-8380-48F3-8C85-7859093ACD56}" dt="2023-09-24T07:33:58.861" v="860" actId="27636"/>
          <ac:spMkLst>
            <pc:docMk/>
            <pc:sldMk cId="2353006314" sldId="422"/>
            <ac:spMk id="2" creationId="{95648C1A-9302-4744-8637-3D0075A57977}"/>
          </ac:spMkLst>
        </pc:spChg>
        <pc:spChg chg="mod">
          <ac:chgData name="王 zebra" userId="512e36ef2895e492" providerId="LiveId" clId="{ED8973F7-8380-48F3-8C85-7859093ACD56}" dt="2023-09-24T07:33:47.774" v="857" actId="2711"/>
          <ac:spMkLst>
            <pc:docMk/>
            <pc:sldMk cId="2353006314" sldId="422"/>
            <ac:spMk id="3" creationId="{8FDCFB19-513B-42E1-B2A3-5635825FE424}"/>
          </ac:spMkLst>
        </pc:spChg>
        <pc:spChg chg="del mod">
          <ac:chgData name="王 zebra" userId="512e36ef2895e492" providerId="LiveId" clId="{ED8973F7-8380-48F3-8C85-7859093ACD56}" dt="2023-09-24T07:38:55.888" v="969" actId="478"/>
          <ac:spMkLst>
            <pc:docMk/>
            <pc:sldMk cId="2353006314" sldId="422"/>
            <ac:spMk id="4" creationId="{875CE208-8B1C-97AC-D606-1F7B56933BB3}"/>
          </ac:spMkLst>
        </pc:spChg>
        <pc:spChg chg="mod">
          <ac:chgData name="王 zebra" userId="512e36ef2895e492" providerId="LiveId" clId="{ED8973F7-8380-48F3-8C85-7859093ACD56}" dt="2023-09-24T07:33:47.774" v="857" actId="2711"/>
          <ac:spMkLst>
            <pc:docMk/>
            <pc:sldMk cId="2353006314" sldId="422"/>
            <ac:spMk id="7" creationId="{E06FA39F-CB46-A6DB-640E-200175B66528}"/>
          </ac:spMkLst>
        </pc:spChg>
        <pc:spChg chg="mod">
          <ac:chgData name="王 zebra" userId="512e36ef2895e492" providerId="LiveId" clId="{ED8973F7-8380-48F3-8C85-7859093ACD56}" dt="2023-09-24T07:35:46.992" v="962" actId="1076"/>
          <ac:spMkLst>
            <pc:docMk/>
            <pc:sldMk cId="2353006314" sldId="422"/>
            <ac:spMk id="8" creationId="{4E1F641F-8501-1323-9453-54C4DA871565}"/>
          </ac:spMkLst>
        </pc:spChg>
        <pc:spChg chg="mod">
          <ac:chgData name="王 zebra" userId="512e36ef2895e492" providerId="LiveId" clId="{ED8973F7-8380-48F3-8C85-7859093ACD56}" dt="2023-09-24T07:35:42.043" v="961" actId="14100"/>
          <ac:spMkLst>
            <pc:docMk/>
            <pc:sldMk cId="2353006314" sldId="422"/>
            <ac:spMk id="9" creationId="{5DF75606-B448-F110-AA90-92EB0486332A}"/>
          </ac:spMkLst>
        </pc:spChg>
        <pc:spChg chg="add mod">
          <ac:chgData name="王 zebra" userId="512e36ef2895e492" providerId="LiveId" clId="{ED8973F7-8380-48F3-8C85-7859093ACD56}" dt="2023-09-25T01:40:39.120" v="7574" actId="1036"/>
          <ac:spMkLst>
            <pc:docMk/>
            <pc:sldMk cId="2353006314" sldId="422"/>
            <ac:spMk id="10" creationId="{726284E7-084D-4B7A-AF7D-92097542D17B}"/>
          </ac:spMkLst>
        </pc:spChg>
        <pc:spChg chg="add mod">
          <ac:chgData name="王 zebra" userId="512e36ef2895e492" providerId="LiveId" clId="{ED8973F7-8380-48F3-8C85-7859093ACD56}" dt="2023-09-24T14:55:06.562" v="7426" actId="20577"/>
          <ac:spMkLst>
            <pc:docMk/>
            <pc:sldMk cId="2353006314" sldId="422"/>
            <ac:spMk id="19" creationId="{AF19AD53-20C9-4FB8-A5F9-73F96B25AD48}"/>
          </ac:spMkLst>
        </pc:spChg>
        <pc:spChg chg="add mod">
          <ac:chgData name="王 zebra" userId="512e36ef2895e492" providerId="LiveId" clId="{ED8973F7-8380-48F3-8C85-7859093ACD56}" dt="2023-09-24T09:17:41.854" v="3363"/>
          <ac:spMkLst>
            <pc:docMk/>
            <pc:sldMk cId="2353006314" sldId="422"/>
            <ac:spMk id="20" creationId="{6E77DD74-1F88-42B8-8858-86A11775AF13}"/>
          </ac:spMkLst>
        </pc:spChg>
        <pc:spChg chg="mod">
          <ac:chgData name="王 zebra" userId="512e36ef2895e492" providerId="LiveId" clId="{ED8973F7-8380-48F3-8C85-7859093ACD56}" dt="2023-09-24T09:06:56.611" v="2974" actId="1076"/>
          <ac:spMkLst>
            <pc:docMk/>
            <pc:sldMk cId="2353006314" sldId="422"/>
            <ac:spMk id="24" creationId="{2E6F37BF-6FC2-4F1E-98EF-2B06C1267D1B}"/>
          </ac:spMkLst>
        </pc:spChg>
        <pc:picChg chg="mod">
          <ac:chgData name="王 zebra" userId="512e36ef2895e492" providerId="LiveId" clId="{ED8973F7-8380-48F3-8C85-7859093ACD56}" dt="2023-09-24T07:33:47.774" v="857" actId="2711"/>
          <ac:picMkLst>
            <pc:docMk/>
            <pc:sldMk cId="2353006314" sldId="422"/>
            <ac:picMk id="34" creationId="{911F7EDA-8F02-89F1-A694-C159B5E2C7C5}"/>
          </ac:picMkLst>
        </pc:picChg>
        <pc:picChg chg="mod">
          <ac:chgData name="王 zebra" userId="512e36ef2895e492" providerId="LiveId" clId="{ED8973F7-8380-48F3-8C85-7859093ACD56}" dt="2023-09-24T07:33:47.774" v="857" actId="2711"/>
          <ac:picMkLst>
            <pc:docMk/>
            <pc:sldMk cId="2353006314" sldId="422"/>
            <ac:picMk id="38" creationId="{703A893D-3ADB-74B5-3AE3-84FC0D0F6AF8}"/>
          </ac:picMkLst>
        </pc:picChg>
        <pc:picChg chg="mod">
          <ac:chgData name="王 zebra" userId="512e36ef2895e492" providerId="LiveId" clId="{ED8973F7-8380-48F3-8C85-7859093ACD56}" dt="2023-09-24T07:33:47.774" v="857" actId="2711"/>
          <ac:picMkLst>
            <pc:docMk/>
            <pc:sldMk cId="2353006314" sldId="422"/>
            <ac:picMk id="40" creationId="{09DA25A9-938B-DF6E-C2D9-F50EAF8786FC}"/>
          </ac:picMkLst>
        </pc:picChg>
        <pc:picChg chg="mod">
          <ac:chgData name="王 zebra" userId="512e36ef2895e492" providerId="LiveId" clId="{ED8973F7-8380-48F3-8C85-7859093ACD56}" dt="2023-09-24T07:35:16.632" v="936" actId="1038"/>
          <ac:picMkLst>
            <pc:docMk/>
            <pc:sldMk cId="2353006314" sldId="422"/>
            <ac:picMk id="47" creationId="{8F3821F7-43DD-F46C-9834-65CC2A9A07CD}"/>
          </ac:picMkLst>
        </pc:picChg>
        <pc:picChg chg="mod">
          <ac:chgData name="王 zebra" userId="512e36ef2895e492" providerId="LiveId" clId="{ED8973F7-8380-48F3-8C85-7859093ACD56}" dt="2023-09-24T07:35:21.448" v="946" actId="1037"/>
          <ac:picMkLst>
            <pc:docMk/>
            <pc:sldMk cId="2353006314" sldId="422"/>
            <ac:picMk id="48" creationId="{CCFE88D5-5F7E-B0ED-7E99-124A44FE9E47}"/>
          </ac:picMkLst>
        </pc:picChg>
        <pc:picChg chg="mod">
          <ac:chgData name="王 zebra" userId="512e36ef2895e492" providerId="LiveId" clId="{ED8973F7-8380-48F3-8C85-7859093ACD56}" dt="2023-09-24T07:35:13.024" v="934" actId="1037"/>
          <ac:picMkLst>
            <pc:docMk/>
            <pc:sldMk cId="2353006314" sldId="422"/>
            <ac:picMk id="49" creationId="{BE03236B-4315-9433-206E-C19195A51CD9}"/>
          </ac:picMkLst>
        </pc:picChg>
        <pc:picChg chg="mod">
          <ac:chgData name="王 zebra" userId="512e36ef2895e492" providerId="LiveId" clId="{ED8973F7-8380-48F3-8C85-7859093ACD56}" dt="2023-09-24T07:35:25.785" v="957" actId="1038"/>
          <ac:picMkLst>
            <pc:docMk/>
            <pc:sldMk cId="2353006314" sldId="422"/>
            <ac:picMk id="1028" creationId="{06A7FF76-4633-550B-F4A5-738DFE2EF0AB}"/>
          </ac:picMkLst>
        </pc:picChg>
        <pc:cxnChg chg="add mod">
          <ac:chgData name="王 zebra" userId="512e36ef2895e492" providerId="LiveId" clId="{ED8973F7-8380-48F3-8C85-7859093ACD56}" dt="2023-09-25T01:40:44.512" v="7575" actId="14100"/>
          <ac:cxnSpMkLst>
            <pc:docMk/>
            <pc:sldMk cId="2353006314" sldId="422"/>
            <ac:cxnSpMk id="6" creationId="{614C8F4B-065F-4A77-B9FE-4A076A5B1459}"/>
          </ac:cxnSpMkLst>
        </pc:cxnChg>
      </pc:sldChg>
      <pc:sldChg chg="modSp mod">
        <pc:chgData name="王 zebra" userId="512e36ef2895e492" providerId="LiveId" clId="{ED8973F7-8380-48F3-8C85-7859093ACD56}" dt="2023-09-24T13:01:45.543" v="6369" actId="20577"/>
        <pc:sldMkLst>
          <pc:docMk/>
          <pc:sldMk cId="3453357845" sldId="427"/>
        </pc:sldMkLst>
        <pc:spChg chg="mod">
          <ac:chgData name="王 zebra" userId="512e36ef2895e492" providerId="LiveId" clId="{ED8973F7-8380-48F3-8C85-7859093ACD56}" dt="2023-09-24T12:45:32.236" v="6185" actId="404"/>
          <ac:spMkLst>
            <pc:docMk/>
            <pc:sldMk cId="3453357845" sldId="427"/>
            <ac:spMk id="2" creationId="{9BE10A44-04AE-6AD6-8AEC-47882B9F13FB}"/>
          </ac:spMkLst>
        </pc:spChg>
        <pc:spChg chg="mod">
          <ac:chgData name="王 zebra" userId="512e36ef2895e492" providerId="LiveId" clId="{ED8973F7-8380-48F3-8C85-7859093ACD56}" dt="2023-09-24T12:45:32.236" v="6185" actId="404"/>
          <ac:spMkLst>
            <pc:docMk/>
            <pc:sldMk cId="3453357845" sldId="427"/>
            <ac:spMk id="6" creationId="{7ADB2C1D-9765-43B5-807B-51A0E46D9B90}"/>
          </ac:spMkLst>
        </pc:spChg>
        <pc:spChg chg="mod">
          <ac:chgData name="王 zebra" userId="512e36ef2895e492" providerId="LiveId" clId="{ED8973F7-8380-48F3-8C85-7859093ACD56}" dt="2023-09-24T13:01:45.543" v="6369" actId="20577"/>
          <ac:spMkLst>
            <pc:docMk/>
            <pc:sldMk cId="3453357845" sldId="427"/>
            <ac:spMk id="8" creationId="{05605E1C-32C4-4687-9BD8-5C8AB9B5E3DC}"/>
          </ac:spMkLst>
        </pc:spChg>
      </pc:sldChg>
      <pc:sldChg chg="delSp modSp add mod ord">
        <pc:chgData name="王 zebra" userId="512e36ef2895e492" providerId="LiveId" clId="{ED8973F7-8380-48F3-8C85-7859093ACD56}" dt="2023-09-25T01:35:14.754" v="7528" actId="20577"/>
        <pc:sldMkLst>
          <pc:docMk/>
          <pc:sldMk cId="480358080" sldId="431"/>
        </pc:sldMkLst>
        <pc:spChg chg="mod">
          <ac:chgData name="王 zebra" userId="512e36ef2895e492" providerId="LiveId" clId="{ED8973F7-8380-48F3-8C85-7859093ACD56}" dt="2023-09-24T07:39:22.120" v="986" actId="20577"/>
          <ac:spMkLst>
            <pc:docMk/>
            <pc:sldMk cId="480358080" sldId="431"/>
            <ac:spMk id="2" creationId="{95648C1A-9302-4744-8637-3D0075A57977}"/>
          </ac:spMkLst>
        </pc:spChg>
        <pc:spChg chg="mod">
          <ac:chgData name="王 zebra" userId="512e36ef2895e492" providerId="LiveId" clId="{ED8973F7-8380-48F3-8C85-7859093ACD56}" dt="2023-09-24T07:34:51.282" v="927" actId="20577"/>
          <ac:spMkLst>
            <pc:docMk/>
            <pc:sldMk cId="480358080" sldId="431"/>
            <ac:spMk id="24" creationId="{2E6F37BF-6FC2-4F1E-98EF-2B06C1267D1B}"/>
          </ac:spMkLst>
        </pc:spChg>
        <pc:spChg chg="mod">
          <ac:chgData name="王 zebra" userId="512e36ef2895e492" providerId="LiveId" clId="{ED8973F7-8380-48F3-8C85-7859093ACD56}" dt="2023-09-25T01:35:14.754" v="7528" actId="20577"/>
          <ac:spMkLst>
            <pc:docMk/>
            <pc:sldMk cId="480358080" sldId="431"/>
            <ac:spMk id="38" creationId="{F739D364-205E-4B7F-993D-CFA3CAF0740B}"/>
          </ac:spMkLst>
        </pc:spChg>
        <pc:grpChg chg="mod">
          <ac:chgData name="王 zebra" userId="512e36ef2895e492" providerId="LiveId" clId="{ED8973F7-8380-48F3-8C85-7859093ACD56}" dt="2023-09-24T07:32:33.112" v="816" actId="2711"/>
          <ac:grpSpMkLst>
            <pc:docMk/>
            <pc:sldMk cId="480358080" sldId="431"/>
            <ac:grpSpMk id="12" creationId="{9B4F1CFA-CD47-6B05-70D7-E8DA79838BFD}"/>
          </ac:grpSpMkLst>
        </pc:grpChg>
        <pc:grpChg chg="mod">
          <ac:chgData name="王 zebra" userId="512e36ef2895e492" providerId="LiveId" clId="{ED8973F7-8380-48F3-8C85-7859093ACD56}" dt="2023-09-24T07:32:33.112" v="816" actId="2711"/>
          <ac:grpSpMkLst>
            <pc:docMk/>
            <pc:sldMk cId="480358080" sldId="431"/>
            <ac:grpSpMk id="19" creationId="{DAB119A3-4801-CFE7-892C-906DD5BCE792}"/>
          </ac:grpSpMkLst>
        </pc:grpChg>
        <pc:picChg chg="del mod">
          <ac:chgData name="王 zebra" userId="512e36ef2895e492" providerId="LiveId" clId="{ED8973F7-8380-48F3-8C85-7859093ACD56}" dt="2023-09-24T07:32:42.505" v="818" actId="478"/>
          <ac:picMkLst>
            <pc:docMk/>
            <pc:sldMk cId="480358080" sldId="431"/>
            <ac:picMk id="11" creationId="{9D4019C6-1C13-4C71-94BB-0B50D6104395}"/>
          </ac:picMkLst>
        </pc:picChg>
        <pc:picChg chg="mod">
          <ac:chgData name="王 zebra" userId="512e36ef2895e492" providerId="LiveId" clId="{ED8973F7-8380-48F3-8C85-7859093ACD56}" dt="2023-09-24T07:32:33.112" v="816" actId="2711"/>
          <ac:picMkLst>
            <pc:docMk/>
            <pc:sldMk cId="480358080" sldId="431"/>
            <ac:picMk id="4104" creationId="{E3E24D27-BC0F-E0E1-AD7D-416BECD236C7}"/>
          </ac:picMkLst>
        </pc:picChg>
      </pc:sldChg>
      <pc:sldChg chg="addSp delSp modSp add mod">
        <pc:chgData name="王 zebra" userId="512e36ef2895e492" providerId="LiveId" clId="{ED8973F7-8380-48F3-8C85-7859093ACD56}" dt="2023-09-24T14:47:48.364" v="7400" actId="1076"/>
        <pc:sldMkLst>
          <pc:docMk/>
          <pc:sldMk cId="4033810102" sldId="444"/>
        </pc:sldMkLst>
        <pc:spChg chg="mod">
          <ac:chgData name="王 zebra" userId="512e36ef2895e492" providerId="LiveId" clId="{ED8973F7-8380-48F3-8C85-7859093ACD56}" dt="2023-09-24T14:46:26.767" v="7391" actId="20577"/>
          <ac:spMkLst>
            <pc:docMk/>
            <pc:sldMk cId="4033810102" sldId="444"/>
            <ac:spMk id="2" creationId="{95648C1A-9302-4744-8637-3D0075A57977}"/>
          </ac:spMkLst>
        </pc:spChg>
        <pc:spChg chg="mod">
          <ac:chgData name="王 zebra" userId="512e36ef2895e492" providerId="LiveId" clId="{ED8973F7-8380-48F3-8C85-7859093ACD56}" dt="2023-09-24T11:08:34.103" v="4076" actId="2711"/>
          <ac:spMkLst>
            <pc:docMk/>
            <pc:sldMk cId="4033810102" sldId="444"/>
            <ac:spMk id="3" creationId="{8FDCFB19-513B-42E1-B2A3-5635825FE424}"/>
          </ac:spMkLst>
        </pc:spChg>
        <pc:spChg chg="mod">
          <ac:chgData name="王 zebra" userId="512e36ef2895e492" providerId="LiveId" clId="{ED8973F7-8380-48F3-8C85-7859093ACD56}" dt="2023-09-24T11:29:44.662" v="4414" actId="20577"/>
          <ac:spMkLst>
            <pc:docMk/>
            <pc:sldMk cId="4033810102" sldId="444"/>
            <ac:spMk id="24" creationId="{2E6F37BF-6FC2-4F1E-98EF-2B06C1267D1B}"/>
          </ac:spMkLst>
        </pc:spChg>
        <pc:spChg chg="add del mod topLvl">
          <ac:chgData name="王 zebra" userId="512e36ef2895e492" providerId="LiveId" clId="{ED8973F7-8380-48F3-8C85-7859093ACD56}" dt="2023-09-24T11:25:08.248" v="4226" actId="20577"/>
          <ac:spMkLst>
            <pc:docMk/>
            <pc:sldMk cId="4033810102" sldId="444"/>
            <ac:spMk id="25" creationId="{25D747B5-3D44-4E44-9E13-250774AB7461}"/>
          </ac:spMkLst>
        </pc:spChg>
        <pc:spChg chg="mod">
          <ac:chgData name="王 zebra" userId="512e36ef2895e492" providerId="LiveId" clId="{ED8973F7-8380-48F3-8C85-7859093ACD56}" dt="2023-09-24T11:25:39.767" v="4233" actId="20577"/>
          <ac:spMkLst>
            <pc:docMk/>
            <pc:sldMk cId="4033810102" sldId="444"/>
            <ac:spMk id="26" creationId="{195C15B9-DDDC-4A82-8BC7-E0821F30A580}"/>
          </ac:spMkLst>
        </pc:spChg>
        <pc:spChg chg="mod">
          <ac:chgData name="王 zebra" userId="512e36ef2895e492" providerId="LiveId" clId="{ED8973F7-8380-48F3-8C85-7859093ACD56}" dt="2023-09-24T11:25:42.791" v="4240" actId="20577"/>
          <ac:spMkLst>
            <pc:docMk/>
            <pc:sldMk cId="4033810102" sldId="444"/>
            <ac:spMk id="28" creationId="{83BBEDBC-8C79-489A-9A2F-966556E58FC2}"/>
          </ac:spMkLst>
        </pc:spChg>
        <pc:spChg chg="add mod">
          <ac:chgData name="王 zebra" userId="512e36ef2895e492" providerId="LiveId" clId="{ED8973F7-8380-48F3-8C85-7859093ACD56}" dt="2023-09-24T11:25:03.463" v="4213" actId="20577"/>
          <ac:spMkLst>
            <pc:docMk/>
            <pc:sldMk cId="4033810102" sldId="444"/>
            <ac:spMk id="30" creationId="{3D8BB1BB-786E-451F-A2C5-D982EF7F8BD5}"/>
          </ac:spMkLst>
        </pc:spChg>
        <pc:spChg chg="mod">
          <ac:chgData name="王 zebra" userId="512e36ef2895e492" providerId="LiveId" clId="{ED8973F7-8380-48F3-8C85-7859093ACD56}" dt="2023-09-24T14:47:48.364" v="7400" actId="1076"/>
          <ac:spMkLst>
            <pc:docMk/>
            <pc:sldMk cId="4033810102" sldId="444"/>
            <ac:spMk id="33" creationId="{018A0333-783D-4957-B649-E1E44659D26C}"/>
          </ac:spMkLst>
        </pc:spChg>
        <pc:grpChg chg="add del mod">
          <ac:chgData name="王 zebra" userId="512e36ef2895e492" providerId="LiveId" clId="{ED8973F7-8380-48F3-8C85-7859093ACD56}" dt="2023-09-24T11:24:33.122" v="4193" actId="165"/>
          <ac:grpSpMkLst>
            <pc:docMk/>
            <pc:sldMk cId="4033810102" sldId="444"/>
            <ac:grpSpMk id="6" creationId="{9B4D9C45-7315-4796-BBE6-285B92B5A5BD}"/>
          </ac:grpSpMkLst>
        </pc:grpChg>
        <pc:grpChg chg="mod topLvl">
          <ac:chgData name="王 zebra" userId="512e36ef2895e492" providerId="LiveId" clId="{ED8973F7-8380-48F3-8C85-7859093ACD56}" dt="2023-09-24T11:25:20.267" v="4227" actId="1076"/>
          <ac:grpSpMkLst>
            <pc:docMk/>
            <pc:sldMk cId="4033810102" sldId="444"/>
            <ac:grpSpMk id="7" creationId="{FC7D0298-5F97-47C3-B076-440CE70B2EC9}"/>
          </ac:grpSpMkLst>
        </pc:grpChg>
        <pc:grpChg chg="mod topLvl">
          <ac:chgData name="王 zebra" userId="512e36ef2895e492" providerId="LiveId" clId="{ED8973F7-8380-48F3-8C85-7859093ACD56}" dt="2023-09-24T11:25:34.967" v="4230" actId="1076"/>
          <ac:grpSpMkLst>
            <pc:docMk/>
            <pc:sldMk cId="4033810102" sldId="444"/>
            <ac:grpSpMk id="10" creationId="{DC864F50-4A7D-4F15-8BA3-B3DB5289E2FC}"/>
          </ac:grpSpMkLst>
        </pc:grpChg>
        <pc:grpChg chg="del mod">
          <ac:chgData name="王 zebra" userId="512e36ef2895e492" providerId="LiveId" clId="{ED8973F7-8380-48F3-8C85-7859093ACD56}" dt="2023-09-24T11:24:21.119" v="4187" actId="478"/>
          <ac:grpSpMkLst>
            <pc:docMk/>
            <pc:sldMk cId="4033810102" sldId="444"/>
            <ac:grpSpMk id="11" creationId="{40959692-2739-43D7-95A0-E1EA6CB3C949}"/>
          </ac:grpSpMkLst>
        </pc:grpChg>
        <pc:grpChg chg="del mod topLvl">
          <ac:chgData name="王 zebra" userId="512e36ef2895e492" providerId="LiveId" clId="{ED8973F7-8380-48F3-8C85-7859093ACD56}" dt="2023-09-24T11:24:35.278" v="4195" actId="478"/>
          <ac:grpSpMkLst>
            <pc:docMk/>
            <pc:sldMk cId="4033810102" sldId="444"/>
            <ac:grpSpMk id="12" creationId="{9A61A61D-480F-4D13-8535-368ABFE71438}"/>
          </ac:grpSpMkLst>
        </pc:grpChg>
        <pc:grpChg chg="del mod">
          <ac:chgData name="王 zebra" userId="512e36ef2895e492" providerId="LiveId" clId="{ED8973F7-8380-48F3-8C85-7859093ACD56}" dt="2023-09-24T11:24:28.343" v="4192" actId="478"/>
          <ac:grpSpMkLst>
            <pc:docMk/>
            <pc:sldMk cId="4033810102" sldId="444"/>
            <ac:grpSpMk id="13" creationId="{ED887056-F461-4C24-90EC-62429FA4F564}"/>
          </ac:grpSpMkLst>
        </pc:grpChg>
        <pc:grpChg chg="del mod topLvl">
          <ac:chgData name="王 zebra" userId="512e36ef2895e492" providerId="LiveId" clId="{ED8973F7-8380-48F3-8C85-7859093ACD56}" dt="2023-09-24T11:24:34.560" v="4194" actId="478"/>
          <ac:grpSpMkLst>
            <pc:docMk/>
            <pc:sldMk cId="4033810102" sldId="444"/>
            <ac:grpSpMk id="15" creationId="{D2BFD2A7-50D1-4464-96DF-C03639D78875}"/>
          </ac:grpSpMkLst>
        </pc:grpChg>
        <pc:grpChg chg="del mod">
          <ac:chgData name="王 zebra" userId="512e36ef2895e492" providerId="LiveId" clId="{ED8973F7-8380-48F3-8C85-7859093ACD56}" dt="2023-09-24T11:24:27.014" v="4191" actId="478"/>
          <ac:grpSpMkLst>
            <pc:docMk/>
            <pc:sldMk cId="4033810102" sldId="444"/>
            <ac:grpSpMk id="19" creationId="{2E418BFA-C7A2-4D09-A515-BB079F80EBF5}"/>
          </ac:grpSpMkLst>
        </pc:grpChg>
        <pc:picChg chg="mod modCrop">
          <ac:chgData name="王 zebra" userId="512e36ef2895e492" providerId="LiveId" clId="{ED8973F7-8380-48F3-8C85-7859093ACD56}" dt="2023-09-24T11:26:41.483" v="4254" actId="732"/>
          <ac:picMkLst>
            <pc:docMk/>
            <pc:sldMk cId="4033810102" sldId="444"/>
            <ac:picMk id="5" creationId="{514A689C-04A3-8C63-DBA4-68770726AF77}"/>
          </ac:picMkLst>
        </pc:picChg>
        <pc:picChg chg="del mod">
          <ac:chgData name="王 zebra" userId="512e36ef2895e492" providerId="LiveId" clId="{ED8973F7-8380-48F3-8C85-7859093ACD56}" dt="2023-09-24T11:24:22.478" v="4188" actId="478"/>
          <ac:picMkLst>
            <pc:docMk/>
            <pc:sldMk cId="4033810102" sldId="444"/>
            <ac:picMk id="14" creationId="{3C6D2C40-A36E-4F0B-BEEE-3C1AA279A299}"/>
          </ac:picMkLst>
        </pc:picChg>
        <pc:picChg chg="del mod">
          <ac:chgData name="王 zebra" userId="512e36ef2895e492" providerId="LiveId" clId="{ED8973F7-8380-48F3-8C85-7859093ACD56}" dt="2023-09-24T11:24:28.343" v="4192" actId="478"/>
          <ac:picMkLst>
            <pc:docMk/>
            <pc:sldMk cId="4033810102" sldId="444"/>
            <ac:picMk id="16" creationId="{F4254A3C-C7CB-4F7D-9A4D-2A610B1E6441}"/>
          </ac:picMkLst>
        </pc:picChg>
        <pc:picChg chg="mod">
          <ac:chgData name="王 zebra" userId="512e36ef2895e492" providerId="LiveId" clId="{ED8973F7-8380-48F3-8C85-7859093ACD56}" dt="2023-09-24T11:24:33.122" v="4193" actId="165"/>
          <ac:picMkLst>
            <pc:docMk/>
            <pc:sldMk cId="4033810102" sldId="444"/>
            <ac:picMk id="17" creationId="{F04826CB-77AC-4E87-B37E-C7393CA31C62}"/>
          </ac:picMkLst>
        </pc:picChg>
        <pc:picChg chg="mod">
          <ac:chgData name="王 zebra" userId="512e36ef2895e492" providerId="LiveId" clId="{ED8973F7-8380-48F3-8C85-7859093ACD56}" dt="2023-09-24T11:24:33.122" v="4193" actId="165"/>
          <ac:picMkLst>
            <pc:docMk/>
            <pc:sldMk cId="4033810102" sldId="444"/>
            <ac:picMk id="18" creationId="{04DEF429-94DA-4973-8EA1-8CBF771CCA02}"/>
          </ac:picMkLst>
        </pc:picChg>
        <pc:picChg chg="mod">
          <ac:chgData name="王 zebra" userId="512e36ef2895e492" providerId="LiveId" clId="{ED8973F7-8380-48F3-8C85-7859093ACD56}" dt="2023-09-24T11:24:33.122" v="4193" actId="165"/>
          <ac:picMkLst>
            <pc:docMk/>
            <pc:sldMk cId="4033810102" sldId="444"/>
            <ac:picMk id="20" creationId="{300844BE-6D06-43F7-845B-DB9371AFA6F1}"/>
          </ac:picMkLst>
        </pc:picChg>
        <pc:picChg chg="mod">
          <ac:chgData name="王 zebra" userId="512e36ef2895e492" providerId="LiveId" clId="{ED8973F7-8380-48F3-8C85-7859093ACD56}" dt="2023-09-24T11:24:33.122" v="4193" actId="165"/>
          <ac:picMkLst>
            <pc:docMk/>
            <pc:sldMk cId="4033810102" sldId="444"/>
            <ac:picMk id="21" creationId="{86001C3F-DF98-436E-8E88-3CD9CE14A148}"/>
          </ac:picMkLst>
        </pc:picChg>
        <pc:picChg chg="del mod">
          <ac:chgData name="王 zebra" userId="512e36ef2895e492" providerId="LiveId" clId="{ED8973F7-8380-48F3-8C85-7859093ACD56}" dt="2023-09-24T11:24:27.014" v="4191" actId="478"/>
          <ac:picMkLst>
            <pc:docMk/>
            <pc:sldMk cId="4033810102" sldId="444"/>
            <ac:picMk id="22" creationId="{2B2DDF77-8646-4518-8FD1-7B31874B5CDF}"/>
          </ac:picMkLst>
        </pc:picChg>
        <pc:picChg chg="del mod">
          <ac:chgData name="王 zebra" userId="512e36ef2895e492" providerId="LiveId" clId="{ED8973F7-8380-48F3-8C85-7859093ACD56}" dt="2023-09-24T11:24:21.119" v="4187" actId="478"/>
          <ac:picMkLst>
            <pc:docMk/>
            <pc:sldMk cId="4033810102" sldId="444"/>
            <ac:picMk id="23" creationId="{5BCA186C-8A7C-432C-B66E-AC096A239080}"/>
          </ac:picMkLst>
        </pc:picChg>
        <pc:picChg chg="mod">
          <ac:chgData name="王 zebra" userId="512e36ef2895e492" providerId="LiveId" clId="{ED8973F7-8380-48F3-8C85-7859093ACD56}" dt="2023-09-24T11:24:33.122" v="4193" actId="165"/>
          <ac:picMkLst>
            <pc:docMk/>
            <pc:sldMk cId="4033810102" sldId="444"/>
            <ac:picMk id="27" creationId="{57C8D172-B7CE-49AD-950E-2463BCC53370}"/>
          </ac:picMkLst>
        </pc:picChg>
        <pc:picChg chg="mod">
          <ac:chgData name="王 zebra" userId="512e36ef2895e492" providerId="LiveId" clId="{ED8973F7-8380-48F3-8C85-7859093ACD56}" dt="2023-09-24T11:24:33.122" v="4193" actId="165"/>
          <ac:picMkLst>
            <pc:docMk/>
            <pc:sldMk cId="4033810102" sldId="444"/>
            <ac:picMk id="29" creationId="{18FF1A5A-4583-40B7-9B31-31D2FFB36DCC}"/>
          </ac:picMkLst>
        </pc:picChg>
        <pc:cxnChg chg="del mod topLvl">
          <ac:chgData name="王 zebra" userId="512e36ef2895e492" providerId="LiveId" clId="{ED8973F7-8380-48F3-8C85-7859093ACD56}" dt="2023-09-24T11:24:36.358" v="4196" actId="478"/>
          <ac:cxnSpMkLst>
            <pc:docMk/>
            <pc:sldMk cId="4033810102" sldId="444"/>
            <ac:cxnSpMk id="8" creationId="{808B9975-23EB-4CF5-B870-554B477DD4A3}"/>
          </ac:cxnSpMkLst>
        </pc:cxnChg>
        <pc:cxnChg chg="mod topLvl">
          <ac:chgData name="王 zebra" userId="512e36ef2895e492" providerId="LiveId" clId="{ED8973F7-8380-48F3-8C85-7859093ACD56}" dt="2023-09-24T11:25:34.967" v="4230" actId="1076"/>
          <ac:cxnSpMkLst>
            <pc:docMk/>
            <pc:sldMk cId="4033810102" sldId="444"/>
            <ac:cxnSpMk id="9" creationId="{0CD8B133-8874-4B9E-87F1-F97810B6EFE3}"/>
          </ac:cxnSpMkLst>
        </pc:cxnChg>
        <pc:cxnChg chg="add mod">
          <ac:chgData name="王 zebra" userId="512e36ef2895e492" providerId="LiveId" clId="{ED8973F7-8380-48F3-8C85-7859093ACD56}" dt="2023-09-24T11:26:19.671" v="4253" actId="208"/>
          <ac:cxnSpMkLst>
            <pc:docMk/>
            <pc:sldMk cId="4033810102" sldId="444"/>
            <ac:cxnSpMk id="32" creationId="{85170180-205E-492E-866A-AFC74BCB3296}"/>
          </ac:cxnSpMkLst>
        </pc:cxnChg>
      </pc:sldChg>
      <pc:sldChg chg="addSp delSp modSp add del mod ord delAnim modAnim">
        <pc:chgData name="王 zebra" userId="512e36ef2895e492" providerId="LiveId" clId="{ED8973F7-8380-48F3-8C85-7859093ACD56}" dt="2023-09-24T11:49:51.301" v="4963" actId="47"/>
        <pc:sldMkLst>
          <pc:docMk/>
          <pc:sldMk cId="813521209" sldId="445"/>
        </pc:sldMkLst>
        <pc:spChg chg="mod">
          <ac:chgData name="王 zebra" userId="512e36ef2895e492" providerId="LiveId" clId="{ED8973F7-8380-48F3-8C85-7859093ACD56}" dt="2023-09-24T11:27:22.805" v="4275" actId="20577"/>
          <ac:spMkLst>
            <pc:docMk/>
            <pc:sldMk cId="813521209" sldId="445"/>
            <ac:spMk id="2" creationId="{95648C1A-9302-4744-8637-3D0075A57977}"/>
          </ac:spMkLst>
        </pc:spChg>
        <pc:spChg chg="mod">
          <ac:chgData name="王 zebra" userId="512e36ef2895e492" providerId="LiveId" clId="{ED8973F7-8380-48F3-8C85-7859093ACD56}" dt="2023-09-24T11:08:43.838" v="4078" actId="2711"/>
          <ac:spMkLst>
            <pc:docMk/>
            <pc:sldMk cId="813521209" sldId="445"/>
            <ac:spMk id="3" creationId="{8FDCFB19-513B-42E1-B2A3-5635825FE424}"/>
          </ac:spMkLst>
        </pc:spChg>
        <pc:spChg chg="add del mod">
          <ac:chgData name="王 zebra" userId="512e36ef2895e492" providerId="LiveId" clId="{ED8973F7-8380-48F3-8C85-7859093ACD56}" dt="2023-09-24T11:20:06.048" v="4166" actId="478"/>
          <ac:spMkLst>
            <pc:docMk/>
            <pc:sldMk cId="813521209" sldId="445"/>
            <ac:spMk id="6" creationId="{A4CF5D5D-7109-4ED5-B63E-06E74FCD06C4}"/>
          </ac:spMkLst>
        </pc:spChg>
        <pc:spChg chg="mod">
          <ac:chgData name="王 zebra" userId="512e36ef2895e492" providerId="LiveId" clId="{ED8973F7-8380-48F3-8C85-7859093ACD56}" dt="2023-09-24T11:41:18.601" v="4700" actId="207"/>
          <ac:spMkLst>
            <pc:docMk/>
            <pc:sldMk cId="813521209" sldId="445"/>
            <ac:spMk id="24" creationId="{2E6F37BF-6FC2-4F1E-98EF-2B06C1267D1B}"/>
          </ac:spMkLst>
        </pc:spChg>
        <pc:grpChg chg="add mod">
          <ac:chgData name="王 zebra" userId="512e36ef2895e492" providerId="LiveId" clId="{ED8973F7-8380-48F3-8C85-7859093ACD56}" dt="2023-09-24T11:28:13.346" v="4319" actId="164"/>
          <ac:grpSpMkLst>
            <pc:docMk/>
            <pc:sldMk cId="813521209" sldId="445"/>
            <ac:grpSpMk id="8" creationId="{0CBFF223-F6EA-4BE5-B83E-A079D269E5BB}"/>
          </ac:grpSpMkLst>
        </pc:grpChg>
        <pc:picChg chg="mod modCrop">
          <ac:chgData name="王 zebra" userId="512e36ef2895e492" providerId="LiveId" clId="{ED8973F7-8380-48F3-8C85-7859093ACD56}" dt="2023-09-24T11:28:13.346" v="4319" actId="164"/>
          <ac:picMkLst>
            <pc:docMk/>
            <pc:sldMk cId="813521209" sldId="445"/>
            <ac:picMk id="4" creationId="{9F651BE3-A475-3F63-CF2F-D2A920071BF9}"/>
          </ac:picMkLst>
        </pc:picChg>
        <pc:picChg chg="add mod">
          <ac:chgData name="王 zebra" userId="512e36ef2895e492" providerId="LiveId" clId="{ED8973F7-8380-48F3-8C85-7859093ACD56}" dt="2023-09-24T11:28:13.346" v="4319" actId="164"/>
          <ac:picMkLst>
            <pc:docMk/>
            <pc:sldMk cId="813521209" sldId="445"/>
            <ac:picMk id="7" creationId="{789C8BC4-4866-4CB1-BA36-F79566BBBE69}"/>
          </ac:picMkLst>
        </pc:picChg>
      </pc:sldChg>
      <pc:sldChg chg="modSp add mod">
        <pc:chgData name="王 zebra" userId="512e36ef2895e492" providerId="LiveId" clId="{ED8973F7-8380-48F3-8C85-7859093ACD56}" dt="2023-09-25T02:08:28.243" v="7660"/>
        <pc:sldMkLst>
          <pc:docMk/>
          <pc:sldMk cId="3182736396" sldId="446"/>
        </pc:sldMkLst>
        <pc:spChg chg="mod">
          <ac:chgData name="王 zebra" userId="512e36ef2895e492" providerId="LiveId" clId="{ED8973F7-8380-48F3-8C85-7859093ACD56}" dt="2023-09-24T14:46:55.838" v="7395" actId="20577"/>
          <ac:spMkLst>
            <pc:docMk/>
            <pc:sldMk cId="3182736396" sldId="446"/>
            <ac:spMk id="2" creationId="{95648C1A-9302-4744-8637-3D0075A57977}"/>
          </ac:spMkLst>
        </pc:spChg>
        <pc:spChg chg="mod">
          <ac:chgData name="王 zebra" userId="512e36ef2895e492" providerId="LiveId" clId="{ED8973F7-8380-48F3-8C85-7859093ACD56}" dt="2023-09-24T11:55:46.918" v="5186" actId="2711"/>
          <ac:spMkLst>
            <pc:docMk/>
            <pc:sldMk cId="3182736396" sldId="446"/>
            <ac:spMk id="3" creationId="{8FDCFB19-513B-42E1-B2A3-5635825FE424}"/>
          </ac:spMkLst>
        </pc:spChg>
        <pc:spChg chg="mod">
          <ac:chgData name="王 zebra" userId="512e36ef2895e492" providerId="LiveId" clId="{ED8973F7-8380-48F3-8C85-7859093ACD56}" dt="2023-09-24T14:47:54.146" v="7401" actId="1076"/>
          <ac:spMkLst>
            <pc:docMk/>
            <pc:sldMk cId="3182736396" sldId="446"/>
            <ac:spMk id="4" creationId="{7E5A2C5E-AE03-440B-B45A-6F90874DF6CD}"/>
          </ac:spMkLst>
        </pc:spChg>
        <pc:spChg chg="mod">
          <ac:chgData name="王 zebra" userId="512e36ef2895e492" providerId="LiveId" clId="{ED8973F7-8380-48F3-8C85-7859093ACD56}" dt="2023-09-25T02:08:28.243" v="7660"/>
          <ac:spMkLst>
            <pc:docMk/>
            <pc:sldMk cId="3182736396" sldId="446"/>
            <ac:spMk id="24" creationId="{2E6F37BF-6FC2-4F1E-98EF-2B06C1267D1B}"/>
          </ac:spMkLst>
        </pc:spChg>
        <pc:picChg chg="mod">
          <ac:chgData name="王 zebra" userId="512e36ef2895e492" providerId="LiveId" clId="{ED8973F7-8380-48F3-8C85-7859093ACD56}" dt="2023-09-24T11:52:42.136" v="5133" actId="1076"/>
          <ac:picMkLst>
            <pc:docMk/>
            <pc:sldMk cId="3182736396" sldId="446"/>
            <ac:picMk id="6" creationId="{1D532E1C-9011-1DC6-5103-02F3BED01AA3}"/>
          </ac:picMkLst>
        </pc:picChg>
      </pc:sldChg>
      <pc:sldChg chg="addSp modSp add mod">
        <pc:chgData name="王 zebra" userId="512e36ef2895e492" providerId="LiveId" clId="{ED8973F7-8380-48F3-8C85-7859093ACD56}" dt="2023-09-25T03:15:24.315" v="8486"/>
        <pc:sldMkLst>
          <pc:docMk/>
          <pc:sldMk cId="606471430" sldId="447"/>
        </pc:sldMkLst>
        <pc:spChg chg="mod">
          <ac:chgData name="王 zebra" userId="512e36ef2895e492" providerId="LiveId" clId="{ED8973F7-8380-48F3-8C85-7859093ACD56}" dt="2023-09-24T11:54:15.849" v="5179" actId="113"/>
          <ac:spMkLst>
            <pc:docMk/>
            <pc:sldMk cId="606471430" sldId="447"/>
            <ac:spMk id="2" creationId="{95648C1A-9302-4744-8637-3D0075A57977}"/>
          </ac:spMkLst>
        </pc:spChg>
        <pc:spChg chg="add mod">
          <ac:chgData name="王 zebra" userId="512e36ef2895e492" providerId="LiveId" clId="{ED8973F7-8380-48F3-8C85-7859093ACD56}" dt="2023-09-25T03:15:24.315" v="8486"/>
          <ac:spMkLst>
            <pc:docMk/>
            <pc:sldMk cId="606471430" sldId="447"/>
            <ac:spMk id="9" creationId="{C1ECA403-F9E9-4A27-ADB4-8A586D64B5BD}"/>
          </ac:spMkLst>
        </pc:spChg>
        <pc:spChg chg="mod">
          <ac:chgData name="王 zebra" userId="512e36ef2895e492" providerId="LiveId" clId="{ED8973F7-8380-48F3-8C85-7859093ACD56}" dt="2023-09-24T11:58:22.983" v="5234" actId="20577"/>
          <ac:spMkLst>
            <pc:docMk/>
            <pc:sldMk cId="606471430" sldId="447"/>
            <ac:spMk id="24" creationId="{2E6F37BF-6FC2-4F1E-98EF-2B06C1267D1B}"/>
          </ac:spMkLst>
        </pc:spChg>
      </pc:sldChg>
      <pc:sldChg chg="del">
        <pc:chgData name="王 zebra" userId="512e36ef2895e492" providerId="LiveId" clId="{ED8973F7-8380-48F3-8C85-7859093ACD56}" dt="2023-09-24T07:01:18.949" v="131" actId="47"/>
        <pc:sldMkLst>
          <pc:docMk/>
          <pc:sldMk cId="85331007" sldId="455"/>
        </pc:sldMkLst>
      </pc:sldChg>
      <pc:sldChg chg="del">
        <pc:chgData name="王 zebra" userId="512e36ef2895e492" providerId="LiveId" clId="{ED8973F7-8380-48F3-8C85-7859093ACD56}" dt="2023-09-24T07:01:24.410" v="133" actId="47"/>
        <pc:sldMkLst>
          <pc:docMk/>
          <pc:sldMk cId="529572612" sldId="457"/>
        </pc:sldMkLst>
      </pc:sldChg>
      <pc:sldChg chg="del">
        <pc:chgData name="王 zebra" userId="512e36ef2895e492" providerId="LiveId" clId="{ED8973F7-8380-48F3-8C85-7859093ACD56}" dt="2023-09-24T14:39:06.270" v="7303" actId="47"/>
        <pc:sldMkLst>
          <pc:docMk/>
          <pc:sldMk cId="2780972847" sldId="458"/>
        </pc:sldMkLst>
      </pc:sldChg>
      <pc:sldChg chg="del">
        <pc:chgData name="王 zebra" userId="512e36ef2895e492" providerId="LiveId" clId="{ED8973F7-8380-48F3-8C85-7859093ACD56}" dt="2023-09-24T12:35:33.804" v="6067" actId="47"/>
        <pc:sldMkLst>
          <pc:docMk/>
          <pc:sldMk cId="3547693462" sldId="459"/>
        </pc:sldMkLst>
      </pc:sldChg>
      <pc:sldChg chg="addSp delSp modSp mod ord modAnim">
        <pc:chgData name="王 zebra" userId="512e36ef2895e492" providerId="LiveId" clId="{ED8973F7-8380-48F3-8C85-7859093ACD56}" dt="2023-09-25T03:15:49.027" v="8539"/>
        <pc:sldMkLst>
          <pc:docMk/>
          <pc:sldMk cId="1721574230" sldId="460"/>
        </pc:sldMkLst>
        <pc:spChg chg="mod">
          <ac:chgData name="王 zebra" userId="512e36ef2895e492" providerId="LiveId" clId="{ED8973F7-8380-48F3-8C85-7859093ACD56}" dt="2023-09-24T07:17:45.126" v="763" actId="1035"/>
          <ac:spMkLst>
            <pc:docMk/>
            <pc:sldMk cId="1721574230" sldId="460"/>
            <ac:spMk id="3" creationId="{8FDCFB19-513B-42E1-B2A3-5635825FE424}"/>
          </ac:spMkLst>
        </pc:spChg>
        <pc:spChg chg="mod">
          <ac:chgData name="王 zebra" userId="512e36ef2895e492" providerId="LiveId" clId="{ED8973F7-8380-48F3-8C85-7859093ACD56}" dt="2023-09-24T12:34:39.192" v="6053" actId="1076"/>
          <ac:spMkLst>
            <pc:docMk/>
            <pc:sldMk cId="1721574230" sldId="460"/>
            <ac:spMk id="6" creationId="{F7950E30-91B3-4661-B768-D88BE9CE9C0F}"/>
          </ac:spMkLst>
        </pc:spChg>
        <pc:spChg chg="mod">
          <ac:chgData name="王 zebra" userId="512e36ef2895e492" providerId="LiveId" clId="{ED8973F7-8380-48F3-8C85-7859093ACD56}" dt="2023-09-24T12:35:20.407" v="6066" actId="1076"/>
          <ac:spMkLst>
            <pc:docMk/>
            <pc:sldMk cId="1721574230" sldId="460"/>
            <ac:spMk id="7" creationId="{A0893C0D-388C-46F2-8DC0-7E37C9CFC68C}"/>
          </ac:spMkLst>
        </pc:spChg>
        <pc:spChg chg="mod">
          <ac:chgData name="王 zebra" userId="512e36ef2895e492" providerId="LiveId" clId="{ED8973F7-8380-48F3-8C85-7859093ACD56}" dt="2023-09-24T12:34:39.192" v="6053" actId="1076"/>
          <ac:spMkLst>
            <pc:docMk/>
            <pc:sldMk cId="1721574230" sldId="460"/>
            <ac:spMk id="10" creationId="{CEE6698B-7351-4A8E-8D18-B6EEA6B8D827}"/>
          </ac:spMkLst>
        </pc:spChg>
        <pc:spChg chg="add mod">
          <ac:chgData name="王 zebra" userId="512e36ef2895e492" providerId="LiveId" clId="{ED8973F7-8380-48F3-8C85-7859093ACD56}" dt="2023-09-24T12:34:20.414" v="6050" actId="14100"/>
          <ac:spMkLst>
            <pc:docMk/>
            <pc:sldMk cId="1721574230" sldId="460"/>
            <ac:spMk id="16" creationId="{852BEEAA-F855-4C3E-BFA5-2199BDB050EC}"/>
          </ac:spMkLst>
        </pc:spChg>
        <pc:spChg chg="add mod">
          <ac:chgData name="王 zebra" userId="512e36ef2895e492" providerId="LiveId" clId="{ED8973F7-8380-48F3-8C85-7859093ACD56}" dt="2023-09-24T07:16:22.896" v="711" actId="404"/>
          <ac:spMkLst>
            <pc:docMk/>
            <pc:sldMk cId="1721574230" sldId="460"/>
            <ac:spMk id="17" creationId="{1D9A5ABC-F983-4B43-8DE4-B3198CCCAD60}"/>
          </ac:spMkLst>
        </pc:spChg>
        <pc:spChg chg="mod">
          <ac:chgData name="王 zebra" userId="512e36ef2895e492" providerId="LiveId" clId="{ED8973F7-8380-48F3-8C85-7859093ACD56}" dt="2023-09-24T07:16:22.896" v="711" actId="404"/>
          <ac:spMkLst>
            <pc:docMk/>
            <pc:sldMk cId="1721574230" sldId="460"/>
            <ac:spMk id="18" creationId="{2C25032F-513E-4391-890F-9DAAB5DD6316}"/>
          </ac:spMkLst>
        </pc:spChg>
        <pc:spChg chg="del">
          <ac:chgData name="王 zebra" userId="512e36ef2895e492" providerId="LiveId" clId="{ED8973F7-8380-48F3-8C85-7859093ACD56}" dt="2023-09-24T07:07:25.345" v="447" actId="478"/>
          <ac:spMkLst>
            <pc:docMk/>
            <pc:sldMk cId="1721574230" sldId="460"/>
            <ac:spMk id="26" creationId="{5BBE6154-8CCC-4A12-B2C2-3B41001CB4C2}"/>
          </ac:spMkLst>
        </pc:spChg>
        <pc:spChg chg="mod">
          <ac:chgData name="王 zebra" userId="512e36ef2895e492" providerId="LiveId" clId="{ED8973F7-8380-48F3-8C85-7859093ACD56}" dt="2023-09-24T07:16:56.621" v="717" actId="20577"/>
          <ac:spMkLst>
            <pc:docMk/>
            <pc:sldMk cId="1721574230" sldId="460"/>
            <ac:spMk id="27" creationId="{CC8B3287-8738-4677-BD91-C368EE980ECA}"/>
          </ac:spMkLst>
        </pc:spChg>
        <pc:spChg chg="mod">
          <ac:chgData name="王 zebra" userId="512e36ef2895e492" providerId="LiveId" clId="{ED8973F7-8380-48F3-8C85-7859093ACD56}" dt="2023-09-24T07:16:22.896" v="711" actId="404"/>
          <ac:spMkLst>
            <pc:docMk/>
            <pc:sldMk cId="1721574230" sldId="460"/>
            <ac:spMk id="29" creationId="{3A507E2D-7A34-45A4-BE99-884F0C700C21}"/>
          </ac:spMkLst>
        </pc:spChg>
        <pc:spChg chg="add mod">
          <ac:chgData name="王 zebra" userId="512e36ef2895e492" providerId="LiveId" clId="{ED8973F7-8380-48F3-8C85-7859093ACD56}" dt="2023-09-24T07:18:51.020" v="805" actId="1036"/>
          <ac:spMkLst>
            <pc:docMk/>
            <pc:sldMk cId="1721574230" sldId="460"/>
            <ac:spMk id="30" creationId="{9A2B5048-7489-4D44-8898-5D48D328BFC5}"/>
          </ac:spMkLst>
        </pc:spChg>
        <pc:spChg chg="add mod">
          <ac:chgData name="王 zebra" userId="512e36ef2895e492" providerId="LiveId" clId="{ED8973F7-8380-48F3-8C85-7859093ACD56}" dt="2023-09-24T07:18:47.339" v="795" actId="1036"/>
          <ac:spMkLst>
            <pc:docMk/>
            <pc:sldMk cId="1721574230" sldId="460"/>
            <ac:spMk id="31" creationId="{9E10CF82-CC9C-4C2B-80CC-2A875DFDB2C3}"/>
          </ac:spMkLst>
        </pc:spChg>
        <pc:spChg chg="add mod ord">
          <ac:chgData name="王 zebra" userId="512e36ef2895e492" providerId="LiveId" clId="{ED8973F7-8380-48F3-8C85-7859093ACD56}" dt="2023-09-24T13:09:46.486" v="6748" actId="14100"/>
          <ac:spMkLst>
            <pc:docMk/>
            <pc:sldMk cId="1721574230" sldId="460"/>
            <ac:spMk id="36" creationId="{109CF31D-6D64-48B3-943A-660624F5BB14}"/>
          </ac:spMkLst>
        </pc:spChg>
        <pc:spChg chg="add mod">
          <ac:chgData name="王 zebra" userId="512e36ef2895e492" providerId="LiveId" clId="{ED8973F7-8380-48F3-8C85-7859093ACD56}" dt="2023-09-25T03:15:49.027" v="8539"/>
          <ac:spMkLst>
            <pc:docMk/>
            <pc:sldMk cId="1721574230" sldId="460"/>
            <ac:spMk id="37" creationId="{94D25466-8BDD-4369-94AF-0A3B967C819D}"/>
          </ac:spMkLst>
        </pc:spChg>
        <pc:grpChg chg="mod">
          <ac:chgData name="王 zebra" userId="512e36ef2895e492" providerId="LiveId" clId="{ED8973F7-8380-48F3-8C85-7859093ACD56}" dt="2023-09-24T07:17:49.988" v="784" actId="1035"/>
          <ac:grpSpMkLst>
            <pc:docMk/>
            <pc:sldMk cId="1721574230" sldId="460"/>
            <ac:grpSpMk id="21" creationId="{EAAD919B-98A0-45AA-93D4-2148D86ECC46}"/>
          </ac:grpSpMkLst>
        </pc:grpChg>
        <pc:grpChg chg="add mod">
          <ac:chgData name="王 zebra" userId="512e36ef2895e492" providerId="LiveId" clId="{ED8973F7-8380-48F3-8C85-7859093ACD56}" dt="2023-09-24T07:17:49.988" v="784" actId="1035"/>
          <ac:grpSpMkLst>
            <pc:docMk/>
            <pc:sldMk cId="1721574230" sldId="460"/>
            <ac:grpSpMk id="22" creationId="{65C29880-5B3D-47D4-902C-A223DF1DE2D1}"/>
          </ac:grpSpMkLst>
        </pc:grpChg>
        <pc:grpChg chg="del">
          <ac:chgData name="王 zebra" userId="512e36ef2895e492" providerId="LiveId" clId="{ED8973F7-8380-48F3-8C85-7859093ACD56}" dt="2023-09-24T07:07:27.007" v="448" actId="478"/>
          <ac:grpSpMkLst>
            <pc:docMk/>
            <pc:sldMk cId="1721574230" sldId="460"/>
            <ac:grpSpMk id="23" creationId="{6A1B9CE7-DA2D-4672-87F4-4AA53AE9C57D}"/>
          </ac:grpSpMkLst>
        </pc:grpChg>
        <pc:cxnChg chg="del mod">
          <ac:chgData name="王 zebra" userId="512e36ef2895e492" providerId="LiveId" clId="{ED8973F7-8380-48F3-8C85-7859093ACD56}" dt="2023-09-24T07:10:07.974" v="628" actId="478"/>
          <ac:cxnSpMkLst>
            <pc:docMk/>
            <pc:sldMk cId="1721574230" sldId="460"/>
            <ac:cxnSpMk id="8" creationId="{D9C3AD17-A4E8-411B-A424-3D6126038C85}"/>
          </ac:cxnSpMkLst>
        </pc:cxnChg>
        <pc:cxnChg chg="mod">
          <ac:chgData name="王 zebra" userId="512e36ef2895e492" providerId="LiveId" clId="{ED8973F7-8380-48F3-8C85-7859093ACD56}" dt="2023-09-24T07:16:45.807" v="716" actId="14100"/>
          <ac:cxnSpMkLst>
            <pc:docMk/>
            <pc:sldMk cId="1721574230" sldId="460"/>
            <ac:cxnSpMk id="11" creationId="{327714ED-4A29-46F9-B558-576A9E97B548}"/>
          </ac:cxnSpMkLst>
        </pc:cxnChg>
        <pc:cxnChg chg="add del mod">
          <ac:chgData name="王 zebra" userId="512e36ef2895e492" providerId="LiveId" clId="{ED8973F7-8380-48F3-8C85-7859093ACD56}" dt="2023-09-24T07:10:08.368" v="629" actId="478"/>
          <ac:cxnSpMkLst>
            <pc:docMk/>
            <pc:sldMk cId="1721574230" sldId="460"/>
            <ac:cxnSpMk id="19" creationId="{4790903E-42E3-4F92-B0ED-43F242F3A099}"/>
          </ac:cxnSpMkLst>
        </pc:cxnChg>
        <pc:cxnChg chg="add mod">
          <ac:chgData name="王 zebra" userId="512e36ef2895e492" providerId="LiveId" clId="{ED8973F7-8380-48F3-8C85-7859093ACD56}" dt="2023-09-24T07:17:30.110" v="724" actId="14100"/>
          <ac:cxnSpMkLst>
            <pc:docMk/>
            <pc:sldMk cId="1721574230" sldId="460"/>
            <ac:cxnSpMk id="20" creationId="{6B03E0B3-D31B-4F70-B301-E3024FB0EB80}"/>
          </ac:cxnSpMkLst>
        </pc:cxnChg>
        <pc:cxnChg chg="add del mod">
          <ac:chgData name="王 zebra" userId="512e36ef2895e492" providerId="LiveId" clId="{ED8973F7-8380-48F3-8C85-7859093ACD56}" dt="2023-09-24T07:16:37.566" v="715" actId="14100"/>
          <ac:cxnSpMkLst>
            <pc:docMk/>
            <pc:sldMk cId="1721574230" sldId="460"/>
            <ac:cxnSpMk id="28" creationId="{968F2542-C545-46FA-9A00-86E95252EF62}"/>
          </ac:cxnSpMkLst>
        </pc:cxnChg>
        <pc:cxnChg chg="add mod">
          <ac:chgData name="王 zebra" userId="512e36ef2895e492" providerId="LiveId" clId="{ED8973F7-8380-48F3-8C85-7859093ACD56}" dt="2023-09-24T07:17:49.988" v="784" actId="1035"/>
          <ac:cxnSpMkLst>
            <pc:docMk/>
            <pc:sldMk cId="1721574230" sldId="460"/>
            <ac:cxnSpMk id="32" creationId="{EEBB37D5-C324-476E-81D6-77E04A46A74B}"/>
          </ac:cxnSpMkLst>
        </pc:cxnChg>
        <pc:cxnChg chg="add del mod">
          <ac:chgData name="王 zebra" userId="512e36ef2895e492" providerId="LiveId" clId="{ED8973F7-8380-48F3-8C85-7859093ACD56}" dt="2023-09-24T14:48:17.702" v="7402" actId="478"/>
          <ac:cxnSpMkLst>
            <pc:docMk/>
            <pc:sldMk cId="1721574230" sldId="460"/>
            <ac:cxnSpMk id="33" creationId="{DF166E48-9270-41A3-A2F7-4359AE0CED7C}"/>
          </ac:cxnSpMkLst>
        </pc:cxnChg>
        <pc:cxnChg chg="add del mod">
          <ac:chgData name="王 zebra" userId="512e36ef2895e492" providerId="LiveId" clId="{ED8973F7-8380-48F3-8C85-7859093ACD56}" dt="2023-09-24T12:35:13.703" v="6061"/>
          <ac:cxnSpMkLst>
            <pc:docMk/>
            <pc:sldMk cId="1721574230" sldId="460"/>
            <ac:cxnSpMk id="35" creationId="{D2E8D7F8-E116-4368-BAED-A51AEA087C0B}"/>
          </ac:cxnSpMkLst>
        </pc:cxnChg>
      </pc:sldChg>
      <pc:sldChg chg="del">
        <pc:chgData name="王 zebra" userId="512e36ef2895e492" providerId="LiveId" clId="{ED8973F7-8380-48F3-8C85-7859093ACD56}" dt="2023-09-24T07:05:12.260" v="376" actId="47"/>
        <pc:sldMkLst>
          <pc:docMk/>
          <pc:sldMk cId="605477743" sldId="461"/>
        </pc:sldMkLst>
      </pc:sldChg>
      <pc:sldChg chg="del">
        <pc:chgData name="王 zebra" userId="512e36ef2895e492" providerId="LiveId" clId="{ED8973F7-8380-48F3-8C85-7859093ACD56}" dt="2023-09-24T07:00:39.936" v="113" actId="47"/>
        <pc:sldMkLst>
          <pc:docMk/>
          <pc:sldMk cId="2480778896" sldId="462"/>
        </pc:sldMkLst>
      </pc:sldChg>
      <pc:sldChg chg="del">
        <pc:chgData name="王 zebra" userId="512e36ef2895e492" providerId="LiveId" clId="{ED8973F7-8380-48F3-8C85-7859093ACD56}" dt="2023-09-24T07:01:21.034" v="132" actId="47"/>
        <pc:sldMkLst>
          <pc:docMk/>
          <pc:sldMk cId="3716272340" sldId="463"/>
        </pc:sldMkLst>
      </pc:sldChg>
      <pc:sldChg chg="del">
        <pc:chgData name="王 zebra" userId="512e36ef2895e492" providerId="LiveId" clId="{ED8973F7-8380-48F3-8C85-7859093ACD56}" dt="2023-09-24T07:01:18.196" v="130" actId="47"/>
        <pc:sldMkLst>
          <pc:docMk/>
          <pc:sldMk cId="2130066483" sldId="464"/>
        </pc:sldMkLst>
      </pc:sldChg>
      <pc:sldChg chg="del">
        <pc:chgData name="王 zebra" userId="512e36ef2895e492" providerId="LiveId" clId="{ED8973F7-8380-48F3-8C85-7859093ACD56}" dt="2023-09-24T09:24:27.107" v="3821" actId="47"/>
        <pc:sldMkLst>
          <pc:docMk/>
          <pc:sldMk cId="3992983811" sldId="465"/>
        </pc:sldMkLst>
      </pc:sldChg>
      <pc:sldChg chg="addSp delSp modSp add mod">
        <pc:chgData name="王 zebra" userId="512e36ef2895e492" providerId="LiveId" clId="{ED8973F7-8380-48F3-8C85-7859093ACD56}" dt="2023-09-25T03:15:26.706" v="8487" actId="478"/>
        <pc:sldMkLst>
          <pc:docMk/>
          <pc:sldMk cId="4250171104" sldId="465"/>
        </pc:sldMkLst>
        <pc:spChg chg="mod">
          <ac:chgData name="王 zebra" userId="512e36ef2895e492" providerId="LiveId" clId="{ED8973F7-8380-48F3-8C85-7859093ACD56}" dt="2023-09-24T11:56:21.168" v="5203" actId="20577"/>
          <ac:spMkLst>
            <pc:docMk/>
            <pc:sldMk cId="4250171104" sldId="465"/>
            <ac:spMk id="2" creationId="{95648C1A-9302-4744-8637-3D0075A57977}"/>
          </ac:spMkLst>
        </pc:spChg>
        <pc:spChg chg="mod">
          <ac:chgData name="王 zebra" userId="512e36ef2895e492" providerId="LiveId" clId="{ED8973F7-8380-48F3-8C85-7859093ACD56}" dt="2023-09-25T02:12:13.978" v="7680" actId="1076"/>
          <ac:spMkLst>
            <pc:docMk/>
            <pc:sldMk cId="4250171104" sldId="465"/>
            <ac:spMk id="7" creationId="{E965B7A9-64F1-6AFF-971C-8DE444CB6AF6}"/>
          </ac:spMkLst>
        </pc:spChg>
        <pc:spChg chg="add del mod">
          <ac:chgData name="王 zebra" userId="512e36ef2895e492" providerId="LiveId" clId="{ED8973F7-8380-48F3-8C85-7859093ACD56}" dt="2023-09-25T03:15:26.706" v="8487" actId="478"/>
          <ac:spMkLst>
            <pc:docMk/>
            <pc:sldMk cId="4250171104" sldId="465"/>
            <ac:spMk id="8" creationId="{5A0E46C0-325D-409F-AA1E-DB5FFC721A30}"/>
          </ac:spMkLst>
        </pc:spChg>
        <pc:spChg chg="mod">
          <ac:chgData name="王 zebra" userId="512e36ef2895e492" providerId="LiveId" clId="{ED8973F7-8380-48F3-8C85-7859093ACD56}" dt="2023-09-25T02:15:49.832" v="7782" actId="20577"/>
          <ac:spMkLst>
            <pc:docMk/>
            <pc:sldMk cId="4250171104" sldId="465"/>
            <ac:spMk id="24" creationId="{2E6F37BF-6FC2-4F1E-98EF-2B06C1267D1B}"/>
          </ac:spMkLst>
        </pc:spChg>
        <pc:picChg chg="mod">
          <ac:chgData name="王 zebra" userId="512e36ef2895e492" providerId="LiveId" clId="{ED8973F7-8380-48F3-8C85-7859093ACD56}" dt="2023-09-25T02:12:13.978" v="7680" actId="1076"/>
          <ac:picMkLst>
            <pc:docMk/>
            <pc:sldMk cId="4250171104" sldId="465"/>
            <ac:picMk id="4" creationId="{694C6E14-EA92-4FB1-CED5-53A94D935958}"/>
          </ac:picMkLst>
        </pc:picChg>
        <pc:picChg chg="mod">
          <ac:chgData name="王 zebra" userId="512e36ef2895e492" providerId="LiveId" clId="{ED8973F7-8380-48F3-8C85-7859093ACD56}" dt="2023-09-25T02:12:13.978" v="7680" actId="1076"/>
          <ac:picMkLst>
            <pc:docMk/>
            <pc:sldMk cId="4250171104" sldId="465"/>
            <ac:picMk id="5" creationId="{FB22D8BF-D079-BC8E-B9AA-55B616B3664F}"/>
          </ac:picMkLst>
        </pc:picChg>
      </pc:sldChg>
      <pc:sldChg chg="del">
        <pc:chgData name="王 zebra" userId="512e36ef2895e492" providerId="LiveId" clId="{ED8973F7-8380-48F3-8C85-7859093ACD56}" dt="2023-09-24T07:01:09.936" v="121" actId="47"/>
        <pc:sldMkLst>
          <pc:docMk/>
          <pc:sldMk cId="1809513522" sldId="466"/>
        </pc:sldMkLst>
      </pc:sldChg>
      <pc:sldChg chg="del">
        <pc:chgData name="王 zebra" userId="512e36ef2895e492" providerId="LiveId" clId="{ED8973F7-8380-48F3-8C85-7859093ACD56}" dt="2023-09-24T07:01:11.839" v="123" actId="47"/>
        <pc:sldMkLst>
          <pc:docMk/>
          <pc:sldMk cId="2044883629" sldId="467"/>
        </pc:sldMkLst>
      </pc:sldChg>
      <pc:sldChg chg="addSp modSp add mod modAnim">
        <pc:chgData name="王 zebra" userId="512e36ef2895e492" providerId="LiveId" clId="{ED8973F7-8380-48F3-8C85-7859093ACD56}" dt="2023-09-25T03:15:17.945" v="8484" actId="1036"/>
        <pc:sldMkLst>
          <pc:docMk/>
          <pc:sldMk cId="2209008658" sldId="467"/>
        </pc:sldMkLst>
        <pc:spChg chg="mod">
          <ac:chgData name="王 zebra" userId="512e36ef2895e492" providerId="LiveId" clId="{ED8973F7-8380-48F3-8C85-7859093ACD56}" dt="2023-09-24T11:44:03.827" v="4750" actId="20577"/>
          <ac:spMkLst>
            <pc:docMk/>
            <pc:sldMk cId="2209008658" sldId="467"/>
            <ac:spMk id="2" creationId="{95648C1A-9302-4744-8637-3D0075A57977}"/>
          </ac:spMkLst>
        </pc:spChg>
        <pc:spChg chg="mod">
          <ac:chgData name="王 zebra" userId="512e36ef2895e492" providerId="LiveId" clId="{ED8973F7-8380-48F3-8C85-7859093ACD56}" dt="2023-09-24T11:08:54.074" v="4080" actId="2711"/>
          <ac:spMkLst>
            <pc:docMk/>
            <pc:sldMk cId="2209008658" sldId="467"/>
            <ac:spMk id="3" creationId="{8FDCFB19-513B-42E1-B2A3-5635825FE424}"/>
          </ac:spMkLst>
        </pc:spChg>
        <pc:spChg chg="add mod">
          <ac:chgData name="王 zebra" userId="512e36ef2895e492" providerId="LiveId" clId="{ED8973F7-8380-48F3-8C85-7859093ACD56}" dt="2023-09-25T03:14:53.461" v="8456" actId="20577"/>
          <ac:spMkLst>
            <pc:docMk/>
            <pc:sldMk cId="2209008658" sldId="467"/>
            <ac:spMk id="7" creationId="{E0FB0FEF-881B-49DC-B600-E344F2E62B58}"/>
          </ac:spMkLst>
        </pc:spChg>
        <pc:spChg chg="add mod">
          <ac:chgData name="王 zebra" userId="512e36ef2895e492" providerId="LiveId" clId="{ED8973F7-8380-48F3-8C85-7859093ACD56}" dt="2023-09-25T03:15:17.945" v="8484" actId="1036"/>
          <ac:spMkLst>
            <pc:docMk/>
            <pc:sldMk cId="2209008658" sldId="467"/>
            <ac:spMk id="8" creationId="{E01E3334-BA70-47EC-8DD6-90A9C88EC5E0}"/>
          </ac:spMkLst>
        </pc:spChg>
        <pc:spChg chg="mod">
          <ac:chgData name="王 zebra" userId="512e36ef2895e492" providerId="LiveId" clId="{ED8973F7-8380-48F3-8C85-7859093ACD56}" dt="2023-09-25T02:06:43.054" v="7647" actId="207"/>
          <ac:spMkLst>
            <pc:docMk/>
            <pc:sldMk cId="2209008658" sldId="467"/>
            <ac:spMk id="24" creationId="{2E6F37BF-6FC2-4F1E-98EF-2B06C1267D1B}"/>
          </ac:spMkLst>
        </pc:spChg>
        <pc:picChg chg="mod">
          <ac:chgData name="王 zebra" userId="512e36ef2895e492" providerId="LiveId" clId="{ED8973F7-8380-48F3-8C85-7859093ACD56}" dt="2023-09-24T11:50:05.756" v="4980" actId="1076"/>
          <ac:picMkLst>
            <pc:docMk/>
            <pc:sldMk cId="2209008658" sldId="467"/>
            <ac:picMk id="6" creationId="{1F499E45-5FB4-5B96-E202-A04CF8DA8E8B}"/>
          </ac:picMkLst>
        </pc:picChg>
      </pc:sldChg>
      <pc:sldChg chg="del">
        <pc:chgData name="王 zebra" userId="512e36ef2895e492" providerId="LiveId" clId="{ED8973F7-8380-48F3-8C85-7859093ACD56}" dt="2023-09-24T07:01:14.557" v="125" actId="47"/>
        <pc:sldMkLst>
          <pc:docMk/>
          <pc:sldMk cId="2190392082" sldId="468"/>
        </pc:sldMkLst>
      </pc:sldChg>
      <pc:sldChg chg="del">
        <pc:chgData name="王 zebra" userId="512e36ef2895e492" providerId="LiveId" clId="{ED8973F7-8380-48F3-8C85-7859093ACD56}" dt="2023-09-24T07:01:17.557" v="129" actId="47"/>
        <pc:sldMkLst>
          <pc:docMk/>
          <pc:sldMk cId="3270247689" sldId="469"/>
        </pc:sldMkLst>
      </pc:sldChg>
      <pc:sldChg chg="del">
        <pc:chgData name="王 zebra" userId="512e36ef2895e492" providerId="LiveId" clId="{ED8973F7-8380-48F3-8C85-7859093ACD56}" dt="2023-09-24T07:01:16.908" v="128" actId="47"/>
        <pc:sldMkLst>
          <pc:docMk/>
          <pc:sldMk cId="1636205258" sldId="470"/>
        </pc:sldMkLst>
      </pc:sldChg>
      <pc:sldChg chg="del">
        <pc:chgData name="王 zebra" userId="512e36ef2895e492" providerId="LiveId" clId="{ED8973F7-8380-48F3-8C85-7859093ACD56}" dt="2023-09-24T09:24:21.359" v="3820" actId="47"/>
        <pc:sldMkLst>
          <pc:docMk/>
          <pc:sldMk cId="2997957333" sldId="471"/>
        </pc:sldMkLst>
      </pc:sldChg>
      <pc:sldChg chg="del">
        <pc:chgData name="王 zebra" userId="512e36ef2895e492" providerId="LiveId" clId="{ED8973F7-8380-48F3-8C85-7859093ACD56}" dt="2023-09-24T07:01:16.238" v="127" actId="47"/>
        <pc:sldMkLst>
          <pc:docMk/>
          <pc:sldMk cId="3593603687" sldId="472"/>
        </pc:sldMkLst>
      </pc:sldChg>
      <pc:sldChg chg="del">
        <pc:chgData name="王 zebra" userId="512e36ef2895e492" providerId="LiveId" clId="{ED8973F7-8380-48F3-8C85-7859093ACD56}" dt="2023-09-24T07:01:15.390" v="126" actId="47"/>
        <pc:sldMkLst>
          <pc:docMk/>
          <pc:sldMk cId="2187953158" sldId="473"/>
        </pc:sldMkLst>
      </pc:sldChg>
      <pc:sldChg chg="del">
        <pc:chgData name="王 zebra" userId="512e36ef2895e492" providerId="LiveId" clId="{ED8973F7-8380-48F3-8C85-7859093ACD56}" dt="2023-09-24T07:01:13.685" v="124" actId="47"/>
        <pc:sldMkLst>
          <pc:docMk/>
          <pc:sldMk cId="3584412506" sldId="474"/>
        </pc:sldMkLst>
      </pc:sldChg>
      <pc:sldChg chg="del">
        <pc:chgData name="王 zebra" userId="512e36ef2895e492" providerId="LiveId" clId="{ED8973F7-8380-48F3-8C85-7859093ACD56}" dt="2023-09-24T07:01:08.567" v="119" actId="47"/>
        <pc:sldMkLst>
          <pc:docMk/>
          <pc:sldMk cId="1368735247" sldId="476"/>
        </pc:sldMkLst>
      </pc:sldChg>
      <pc:sldChg chg="del">
        <pc:chgData name="王 zebra" userId="512e36ef2895e492" providerId="LiveId" clId="{ED8973F7-8380-48F3-8C85-7859093ACD56}" dt="2023-09-24T07:01:09.311" v="120" actId="47"/>
        <pc:sldMkLst>
          <pc:docMk/>
          <pc:sldMk cId="2274412930" sldId="477"/>
        </pc:sldMkLst>
      </pc:sldChg>
      <pc:sldChg chg="del">
        <pc:chgData name="王 zebra" userId="512e36ef2895e492" providerId="LiveId" clId="{ED8973F7-8380-48F3-8C85-7859093ACD56}" dt="2023-09-24T07:00:45.955" v="115" actId="47"/>
        <pc:sldMkLst>
          <pc:docMk/>
          <pc:sldMk cId="3157787829" sldId="478"/>
        </pc:sldMkLst>
      </pc:sldChg>
      <pc:sldChg chg="del">
        <pc:chgData name="王 zebra" userId="512e36ef2895e492" providerId="LiveId" clId="{ED8973F7-8380-48F3-8C85-7859093ACD56}" dt="2023-09-24T07:00:45.150" v="114" actId="47"/>
        <pc:sldMkLst>
          <pc:docMk/>
          <pc:sldMk cId="948946646" sldId="479"/>
        </pc:sldMkLst>
      </pc:sldChg>
      <pc:sldChg chg="del">
        <pc:chgData name="王 zebra" userId="512e36ef2895e492" providerId="LiveId" clId="{ED8973F7-8380-48F3-8C85-7859093ACD56}" dt="2023-09-24T07:01:10.413" v="122" actId="47"/>
        <pc:sldMkLst>
          <pc:docMk/>
          <pc:sldMk cId="2455468180" sldId="480"/>
        </pc:sldMkLst>
      </pc:sldChg>
      <pc:sldChg chg="del">
        <pc:chgData name="王 zebra" userId="512e36ef2895e492" providerId="LiveId" clId="{ED8973F7-8380-48F3-8C85-7859093ACD56}" dt="2023-09-24T14:39:07.548" v="7304" actId="47"/>
        <pc:sldMkLst>
          <pc:docMk/>
          <pc:sldMk cId="3898389954" sldId="481"/>
        </pc:sldMkLst>
      </pc:sldChg>
      <pc:sldChg chg="add del ord">
        <pc:chgData name="王 zebra" userId="512e36ef2895e492" providerId="LiveId" clId="{ED8973F7-8380-48F3-8C85-7859093ACD56}" dt="2023-09-24T13:03:29.355" v="6374" actId="47"/>
        <pc:sldMkLst>
          <pc:docMk/>
          <pc:sldMk cId="2955464353" sldId="482"/>
        </pc:sldMkLst>
      </pc:sldChg>
      <pc:sldChg chg="addSp delSp modSp add mod">
        <pc:chgData name="王 zebra" userId="512e36ef2895e492" providerId="LiveId" clId="{ED8973F7-8380-48F3-8C85-7859093ACD56}" dt="2023-09-24T13:01:36.527" v="6368" actId="20577"/>
        <pc:sldMkLst>
          <pc:docMk/>
          <pc:sldMk cId="1679143418" sldId="483"/>
        </pc:sldMkLst>
        <pc:spChg chg="mod">
          <ac:chgData name="王 zebra" userId="512e36ef2895e492" providerId="LiveId" clId="{ED8973F7-8380-48F3-8C85-7859093ACD56}" dt="2023-09-24T12:46:04.846" v="6236" actId="404"/>
          <ac:spMkLst>
            <pc:docMk/>
            <pc:sldMk cId="1679143418" sldId="483"/>
            <ac:spMk id="2" creationId="{9BE10A44-04AE-6AD6-8AEC-47882B9F13FB}"/>
          </ac:spMkLst>
        </pc:spChg>
        <pc:spChg chg="mod">
          <ac:chgData name="王 zebra" userId="512e36ef2895e492" providerId="LiveId" clId="{ED8973F7-8380-48F3-8C85-7859093ACD56}" dt="2023-09-24T12:46:04.846" v="6236" actId="404"/>
          <ac:spMkLst>
            <pc:docMk/>
            <pc:sldMk cId="1679143418" sldId="483"/>
            <ac:spMk id="6" creationId="{7ADB2C1D-9765-43B5-807B-51A0E46D9B90}"/>
          </ac:spMkLst>
        </pc:spChg>
        <pc:spChg chg="add del mod">
          <ac:chgData name="王 zebra" userId="512e36ef2895e492" providerId="LiveId" clId="{ED8973F7-8380-48F3-8C85-7859093ACD56}" dt="2023-09-24T12:45:56.582" v="6231"/>
          <ac:spMkLst>
            <pc:docMk/>
            <pc:sldMk cId="1679143418" sldId="483"/>
            <ac:spMk id="7" creationId="{9B82F8A7-6E8F-4AD7-8032-0BA64DF0B047}"/>
          </ac:spMkLst>
        </pc:spChg>
        <pc:spChg chg="del mod">
          <ac:chgData name="王 zebra" userId="512e36ef2895e492" providerId="LiveId" clId="{ED8973F7-8380-48F3-8C85-7859093ACD56}" dt="2023-09-24T12:46:01.021" v="6234" actId="478"/>
          <ac:spMkLst>
            <pc:docMk/>
            <pc:sldMk cId="1679143418" sldId="483"/>
            <ac:spMk id="8" creationId="{05605E1C-32C4-4687-9BD8-5C8AB9B5E3DC}"/>
          </ac:spMkLst>
        </pc:spChg>
        <pc:spChg chg="add del mod">
          <ac:chgData name="王 zebra" userId="512e36ef2895e492" providerId="LiveId" clId="{ED8973F7-8380-48F3-8C85-7859093ACD56}" dt="2023-09-24T12:45:58.981" v="6233"/>
          <ac:spMkLst>
            <pc:docMk/>
            <pc:sldMk cId="1679143418" sldId="483"/>
            <ac:spMk id="9" creationId="{43DDA281-C171-44C0-A876-8C1189A2522A}"/>
          </ac:spMkLst>
        </pc:spChg>
        <pc:spChg chg="add del mod">
          <ac:chgData name="王 zebra" userId="512e36ef2895e492" providerId="LiveId" clId="{ED8973F7-8380-48F3-8C85-7859093ACD56}" dt="2023-09-24T13:01:31.431" v="6364" actId="478"/>
          <ac:spMkLst>
            <pc:docMk/>
            <pc:sldMk cId="1679143418" sldId="483"/>
            <ac:spMk id="10" creationId="{F5048909-1C10-450B-BB7B-DD9D684A5BA6}"/>
          </ac:spMkLst>
        </pc:spChg>
        <pc:spChg chg="add mod">
          <ac:chgData name="王 zebra" userId="512e36ef2895e492" providerId="LiveId" clId="{ED8973F7-8380-48F3-8C85-7859093ACD56}" dt="2023-09-24T13:01:36.527" v="6368" actId="20577"/>
          <ac:spMkLst>
            <pc:docMk/>
            <pc:sldMk cId="1679143418" sldId="483"/>
            <ac:spMk id="11" creationId="{38AA0EA8-6C5F-4017-B06A-CBE9A9168F6F}"/>
          </ac:spMkLst>
        </pc:spChg>
      </pc:sldChg>
      <pc:sldChg chg="modSp add del mod">
        <pc:chgData name="王 zebra" userId="512e36ef2895e492" providerId="LiveId" clId="{ED8973F7-8380-48F3-8C85-7859093ACD56}" dt="2023-09-24T07:06:24.379" v="439" actId="47"/>
        <pc:sldMkLst>
          <pc:docMk/>
          <pc:sldMk cId="1813107435" sldId="483"/>
        </pc:sldMkLst>
        <pc:spChg chg="mod">
          <ac:chgData name="王 zebra" userId="512e36ef2895e492" providerId="LiveId" clId="{ED8973F7-8380-48F3-8C85-7859093ACD56}" dt="2023-09-24T07:05:46.053" v="394" actId="207"/>
          <ac:spMkLst>
            <pc:docMk/>
            <pc:sldMk cId="1813107435" sldId="483"/>
            <ac:spMk id="2" creationId="{9BE10A44-04AE-6AD6-8AEC-47882B9F13FB}"/>
          </ac:spMkLst>
        </pc:spChg>
        <pc:spChg chg="mod">
          <ac:chgData name="王 zebra" userId="512e36ef2895e492" providerId="LiveId" clId="{ED8973F7-8380-48F3-8C85-7859093ACD56}" dt="2023-09-24T07:05:41.942" v="393" actId="207"/>
          <ac:spMkLst>
            <pc:docMk/>
            <pc:sldMk cId="1813107435" sldId="483"/>
            <ac:spMk id="6" creationId="{7ADB2C1D-9765-43B5-807B-51A0E46D9B90}"/>
          </ac:spMkLst>
        </pc:spChg>
      </pc:sldChg>
      <pc:sldChg chg="addSp delSp modSp add mod">
        <pc:chgData name="王 zebra" userId="512e36ef2895e492" providerId="LiveId" clId="{ED8973F7-8380-48F3-8C85-7859093ACD56}" dt="2023-09-24T13:02:02.462" v="6373" actId="207"/>
        <pc:sldMkLst>
          <pc:docMk/>
          <pc:sldMk cId="2160220265" sldId="484"/>
        </pc:sldMkLst>
        <pc:spChg chg="mod">
          <ac:chgData name="王 zebra" userId="512e36ef2895e492" providerId="LiveId" clId="{ED8973F7-8380-48F3-8C85-7859093ACD56}" dt="2023-09-24T12:46:32.438" v="6266" actId="404"/>
          <ac:spMkLst>
            <pc:docMk/>
            <pc:sldMk cId="2160220265" sldId="484"/>
            <ac:spMk id="2" creationId="{9BE10A44-04AE-6AD6-8AEC-47882B9F13FB}"/>
          </ac:spMkLst>
        </pc:spChg>
        <pc:spChg chg="mod">
          <ac:chgData name="王 zebra" userId="512e36ef2895e492" providerId="LiveId" clId="{ED8973F7-8380-48F3-8C85-7859093ACD56}" dt="2023-09-24T12:46:32.438" v="6266" actId="404"/>
          <ac:spMkLst>
            <pc:docMk/>
            <pc:sldMk cId="2160220265" sldId="484"/>
            <ac:spMk id="6" creationId="{7ADB2C1D-9765-43B5-807B-51A0E46D9B90}"/>
          </ac:spMkLst>
        </pc:spChg>
        <pc:spChg chg="add mod">
          <ac:chgData name="王 zebra" userId="512e36ef2895e492" providerId="LiveId" clId="{ED8973F7-8380-48F3-8C85-7859093ACD56}" dt="2023-09-24T13:02:02.462" v="6373" actId="207"/>
          <ac:spMkLst>
            <pc:docMk/>
            <pc:sldMk cId="2160220265" sldId="484"/>
            <ac:spMk id="7" creationId="{2DFA4E59-0301-4D4A-A10D-87177020AEAE}"/>
          </ac:spMkLst>
        </pc:spChg>
        <pc:spChg chg="del mod">
          <ac:chgData name="王 zebra" userId="512e36ef2895e492" providerId="LiveId" clId="{ED8973F7-8380-48F3-8C85-7859093ACD56}" dt="2023-09-24T13:01:56.879" v="6370" actId="478"/>
          <ac:spMkLst>
            <pc:docMk/>
            <pc:sldMk cId="2160220265" sldId="484"/>
            <ac:spMk id="8" creationId="{05605E1C-32C4-4687-9BD8-5C8AB9B5E3DC}"/>
          </ac:spMkLst>
        </pc:spChg>
      </pc:sldChg>
      <pc:sldChg chg="modSp add del mod">
        <pc:chgData name="王 zebra" userId="512e36ef2895e492" providerId="LiveId" clId="{ED8973F7-8380-48F3-8C85-7859093ACD56}" dt="2023-09-24T07:06:25.130" v="440" actId="47"/>
        <pc:sldMkLst>
          <pc:docMk/>
          <pc:sldMk cId="2963428596" sldId="484"/>
        </pc:sldMkLst>
        <pc:spChg chg="mod">
          <ac:chgData name="王 zebra" userId="512e36ef2895e492" providerId="LiveId" clId="{ED8973F7-8380-48F3-8C85-7859093ACD56}" dt="2023-09-24T07:05:55.704" v="396" actId="207"/>
          <ac:spMkLst>
            <pc:docMk/>
            <pc:sldMk cId="2963428596" sldId="484"/>
            <ac:spMk id="6" creationId="{7ADB2C1D-9765-43B5-807B-51A0E46D9B90}"/>
          </ac:spMkLst>
        </pc:spChg>
        <pc:spChg chg="mod">
          <ac:chgData name="王 zebra" userId="512e36ef2895e492" providerId="LiveId" clId="{ED8973F7-8380-48F3-8C85-7859093ACD56}" dt="2023-09-24T07:05:50.697" v="395" actId="207"/>
          <ac:spMkLst>
            <pc:docMk/>
            <pc:sldMk cId="2963428596" sldId="484"/>
            <ac:spMk id="8" creationId="{05605E1C-32C4-4687-9BD8-5C8AB9B5E3DC}"/>
          </ac:spMkLst>
        </pc:spChg>
      </pc:sldChg>
      <pc:sldChg chg="addSp delSp modSp add mod ord">
        <pc:chgData name="王 zebra" userId="512e36ef2895e492" providerId="LiveId" clId="{ED8973F7-8380-48F3-8C85-7859093ACD56}" dt="2023-09-24T14:53:33.630" v="7413" actId="20577"/>
        <pc:sldMkLst>
          <pc:docMk/>
          <pc:sldMk cId="2374816464" sldId="485"/>
        </pc:sldMkLst>
        <pc:spChg chg="mod">
          <ac:chgData name="王 zebra" userId="512e36ef2895e492" providerId="LiveId" clId="{ED8973F7-8380-48F3-8C85-7859093ACD56}" dt="2023-09-24T09:18:27.151" v="3366" actId="20577"/>
          <ac:spMkLst>
            <pc:docMk/>
            <pc:sldMk cId="2374816464" sldId="485"/>
            <ac:spMk id="2" creationId="{95648C1A-9302-4744-8637-3D0075A57977}"/>
          </ac:spMkLst>
        </pc:spChg>
        <pc:spChg chg="mod">
          <ac:chgData name="王 zebra" userId="512e36ef2895e492" providerId="LiveId" clId="{ED8973F7-8380-48F3-8C85-7859093ACD56}" dt="2023-09-24T14:53:33.630" v="7413" actId="20577"/>
          <ac:spMkLst>
            <pc:docMk/>
            <pc:sldMk cId="2374816464" sldId="485"/>
            <ac:spMk id="10" creationId="{CEE6698B-7351-4A8E-8D18-B6EEA6B8D827}"/>
          </ac:spMkLst>
        </pc:spChg>
        <pc:spChg chg="add mod">
          <ac:chgData name="王 zebra" userId="512e36ef2895e492" providerId="LiveId" clId="{ED8973F7-8380-48F3-8C85-7859093ACD56}" dt="2023-09-24T09:17:35.929" v="3360" actId="20577"/>
          <ac:spMkLst>
            <pc:docMk/>
            <pc:sldMk cId="2374816464" sldId="485"/>
            <ac:spMk id="11" creationId="{7CBBA0B9-0BA3-4287-B602-87B9FCD5238A}"/>
          </ac:spMkLst>
        </pc:spChg>
        <pc:picChg chg="add mod modCrop">
          <ac:chgData name="王 zebra" userId="512e36ef2895e492" providerId="LiveId" clId="{ED8973F7-8380-48F3-8C85-7859093ACD56}" dt="2023-09-24T08:38:59.552" v="1847" actId="1076"/>
          <ac:picMkLst>
            <pc:docMk/>
            <pc:sldMk cId="2374816464" sldId="485"/>
            <ac:picMk id="5" creationId="{D5AFA287-8EBF-4CB9-A701-1521B4D218ED}"/>
          </ac:picMkLst>
        </pc:picChg>
        <pc:picChg chg="add del mod">
          <ac:chgData name="王 zebra" userId="512e36ef2895e492" providerId="LiveId" clId="{ED8973F7-8380-48F3-8C85-7859093ACD56}" dt="2023-09-24T08:35:09.386" v="1709" actId="478"/>
          <ac:picMkLst>
            <pc:docMk/>
            <pc:sldMk cId="2374816464" sldId="485"/>
            <ac:picMk id="7" creationId="{79C6C821-AA4F-4F48-BA88-B8B88DD1750A}"/>
          </ac:picMkLst>
        </pc:picChg>
        <pc:picChg chg="add mod">
          <ac:chgData name="王 zebra" userId="512e36ef2895e492" providerId="LiveId" clId="{ED8973F7-8380-48F3-8C85-7859093ACD56}" dt="2023-09-24T08:39:23.319" v="1908" actId="1076"/>
          <ac:picMkLst>
            <pc:docMk/>
            <pc:sldMk cId="2374816464" sldId="485"/>
            <ac:picMk id="1026" creationId="{5C10358D-8EAF-41DA-B044-8FFB703F3C64}"/>
          </ac:picMkLst>
        </pc:picChg>
      </pc:sldChg>
      <pc:sldChg chg="addSp delSp modSp add mod ord">
        <pc:chgData name="王 zebra" userId="512e36ef2895e492" providerId="LiveId" clId="{ED8973F7-8380-48F3-8C85-7859093ACD56}" dt="2023-09-24T09:17:40.843" v="3362"/>
        <pc:sldMkLst>
          <pc:docMk/>
          <pc:sldMk cId="3411198883" sldId="486"/>
        </pc:sldMkLst>
        <pc:spChg chg="mod">
          <ac:chgData name="王 zebra" userId="512e36ef2895e492" providerId="LiveId" clId="{ED8973F7-8380-48F3-8C85-7859093ACD56}" dt="2023-09-24T09:03:57.342" v="2917" actId="20577"/>
          <ac:spMkLst>
            <pc:docMk/>
            <pc:sldMk cId="3411198883" sldId="486"/>
            <ac:spMk id="2" creationId="{95648C1A-9302-4744-8637-3D0075A57977}"/>
          </ac:spMkLst>
        </pc:spChg>
        <pc:spChg chg="add mod">
          <ac:chgData name="王 zebra" userId="512e36ef2895e492" providerId="LiveId" clId="{ED8973F7-8380-48F3-8C85-7859093ACD56}" dt="2023-09-24T09:17:40.843" v="3362"/>
          <ac:spMkLst>
            <pc:docMk/>
            <pc:sldMk cId="3411198883" sldId="486"/>
            <ac:spMk id="8" creationId="{DC0793C0-4E23-4B4C-8960-48A566156B7A}"/>
          </ac:spMkLst>
        </pc:spChg>
        <pc:spChg chg="mod">
          <ac:chgData name="王 zebra" userId="512e36ef2895e492" providerId="LiveId" clId="{ED8973F7-8380-48F3-8C85-7859093ACD56}" dt="2023-09-24T08:50:50.488" v="2438" actId="113"/>
          <ac:spMkLst>
            <pc:docMk/>
            <pc:sldMk cId="3411198883" sldId="486"/>
            <ac:spMk id="10" creationId="{CEE6698B-7351-4A8E-8D18-B6EEA6B8D827}"/>
          </ac:spMkLst>
        </pc:spChg>
        <pc:picChg chg="del">
          <ac:chgData name="王 zebra" userId="512e36ef2895e492" providerId="LiveId" clId="{ED8973F7-8380-48F3-8C85-7859093ACD56}" dt="2023-09-24T08:04:54.570" v="1171" actId="478"/>
          <ac:picMkLst>
            <pc:docMk/>
            <pc:sldMk cId="3411198883" sldId="486"/>
            <ac:picMk id="5" creationId="{D5AFA287-8EBF-4CB9-A701-1521B4D218ED}"/>
          </ac:picMkLst>
        </pc:picChg>
        <pc:picChg chg="del">
          <ac:chgData name="王 zebra" userId="512e36ef2895e492" providerId="LiveId" clId="{ED8973F7-8380-48F3-8C85-7859093ACD56}" dt="2023-09-24T08:04:54.905" v="1172" actId="478"/>
          <ac:picMkLst>
            <pc:docMk/>
            <pc:sldMk cId="3411198883" sldId="486"/>
            <ac:picMk id="7" creationId="{79C6C821-AA4F-4F48-BA88-B8B88DD1750A}"/>
          </ac:picMkLst>
        </pc:picChg>
      </pc:sldChg>
      <pc:sldChg chg="add del">
        <pc:chgData name="王 zebra" userId="512e36ef2895e492" providerId="LiveId" clId="{ED8973F7-8380-48F3-8C85-7859093ACD56}" dt="2023-09-24T09:04:44.152" v="2918" actId="47"/>
        <pc:sldMkLst>
          <pc:docMk/>
          <pc:sldMk cId="3535717441" sldId="487"/>
        </pc:sldMkLst>
      </pc:sldChg>
      <pc:sldChg chg="addSp delSp modSp add mod">
        <pc:chgData name="王 zebra" userId="512e36ef2895e492" providerId="LiveId" clId="{ED8973F7-8380-48F3-8C85-7859093ACD56}" dt="2023-09-25T01:38:48.578" v="7547" actId="20577"/>
        <pc:sldMkLst>
          <pc:docMk/>
          <pc:sldMk cId="3502967936" sldId="488"/>
        </pc:sldMkLst>
        <pc:spChg chg="mod">
          <ac:chgData name="王 zebra" userId="512e36ef2895e492" providerId="LiveId" clId="{ED8973F7-8380-48F3-8C85-7859093ACD56}" dt="2023-09-24T09:18:29.680" v="3367" actId="20577"/>
          <ac:spMkLst>
            <pc:docMk/>
            <pc:sldMk cId="3502967936" sldId="488"/>
            <ac:spMk id="2" creationId="{95648C1A-9302-4744-8637-3D0075A57977}"/>
          </ac:spMkLst>
        </pc:spChg>
        <pc:spChg chg="mod">
          <ac:chgData name="王 zebra" userId="512e36ef2895e492" providerId="LiveId" clId="{ED8973F7-8380-48F3-8C85-7859093ACD56}" dt="2023-09-25T01:38:48.578" v="7547" actId="20577"/>
          <ac:spMkLst>
            <pc:docMk/>
            <pc:sldMk cId="3502967936" sldId="488"/>
            <ac:spMk id="10" creationId="{CEE6698B-7351-4A8E-8D18-B6EEA6B8D827}"/>
          </ac:spMkLst>
        </pc:spChg>
        <pc:spChg chg="add mod">
          <ac:chgData name="王 zebra" userId="512e36ef2895e492" providerId="LiveId" clId="{ED8973F7-8380-48F3-8C85-7859093ACD56}" dt="2023-09-24T09:17:39.651" v="3361"/>
          <ac:spMkLst>
            <pc:docMk/>
            <pc:sldMk cId="3502967936" sldId="488"/>
            <ac:spMk id="13" creationId="{03EE4509-770E-401E-A832-DE2C32097161}"/>
          </ac:spMkLst>
        </pc:spChg>
        <pc:picChg chg="del">
          <ac:chgData name="王 zebra" userId="512e36ef2895e492" providerId="LiveId" clId="{ED8973F7-8380-48F3-8C85-7859093ACD56}" dt="2023-09-24T08:18:12.102" v="1495" actId="478"/>
          <ac:picMkLst>
            <pc:docMk/>
            <pc:sldMk cId="3502967936" sldId="488"/>
            <ac:picMk id="5" creationId="{D5AFA287-8EBF-4CB9-A701-1521B4D218ED}"/>
          </ac:picMkLst>
        </pc:picChg>
        <pc:picChg chg="add del mod">
          <ac:chgData name="王 zebra" userId="512e36ef2895e492" providerId="LiveId" clId="{ED8973F7-8380-48F3-8C85-7859093ACD56}" dt="2023-09-24T08:22:11.605" v="1594" actId="478"/>
          <ac:picMkLst>
            <pc:docMk/>
            <pc:sldMk cId="3502967936" sldId="488"/>
            <ac:picMk id="6" creationId="{04B3EF1F-748E-4AD8-8BBC-9FE649BF055C}"/>
          </ac:picMkLst>
        </pc:picChg>
        <pc:picChg chg="del">
          <ac:chgData name="王 zebra" userId="512e36ef2895e492" providerId="LiveId" clId="{ED8973F7-8380-48F3-8C85-7859093ACD56}" dt="2023-09-24T08:18:12.442" v="1496" actId="478"/>
          <ac:picMkLst>
            <pc:docMk/>
            <pc:sldMk cId="3502967936" sldId="488"/>
            <ac:picMk id="7" creationId="{79C6C821-AA4F-4F48-BA88-B8B88DD1750A}"/>
          </ac:picMkLst>
        </pc:picChg>
        <pc:picChg chg="add mod">
          <ac:chgData name="王 zebra" userId="512e36ef2895e492" providerId="LiveId" clId="{ED8973F7-8380-48F3-8C85-7859093ACD56}" dt="2023-09-24T09:02:41.657" v="2891" actId="1076"/>
          <ac:picMkLst>
            <pc:docMk/>
            <pc:sldMk cId="3502967936" sldId="488"/>
            <ac:picMk id="9" creationId="{CF0ADFDA-1295-46E6-A2AB-0E1779ADCA8D}"/>
          </ac:picMkLst>
        </pc:picChg>
        <pc:picChg chg="add del mod">
          <ac:chgData name="王 zebra" userId="512e36ef2895e492" providerId="LiveId" clId="{ED8973F7-8380-48F3-8C85-7859093ACD56}" dt="2023-09-24T09:02:37.195" v="2890" actId="478"/>
          <ac:picMkLst>
            <pc:docMk/>
            <pc:sldMk cId="3502967936" sldId="488"/>
            <ac:picMk id="12" creationId="{E0B0BD5A-F391-472A-8171-2905DB8D367F}"/>
          </ac:picMkLst>
        </pc:picChg>
      </pc:sldChg>
      <pc:sldChg chg="addSp delSp modSp add mod ord delAnim modAnim">
        <pc:chgData name="王 zebra" userId="512e36ef2895e492" providerId="LiveId" clId="{ED8973F7-8380-48F3-8C85-7859093ACD56}" dt="2023-09-25T03:15:12.362" v="8481" actId="20577"/>
        <pc:sldMkLst>
          <pc:docMk/>
          <pc:sldMk cId="920267711" sldId="489"/>
        </pc:sldMkLst>
        <pc:spChg chg="mod">
          <ac:chgData name="王 zebra" userId="512e36ef2895e492" providerId="LiveId" clId="{ED8973F7-8380-48F3-8C85-7859093ACD56}" dt="2023-09-24T09:10:45.955" v="3147" actId="20577"/>
          <ac:spMkLst>
            <pc:docMk/>
            <pc:sldMk cId="920267711" sldId="489"/>
            <ac:spMk id="2" creationId="{95648C1A-9302-4744-8637-3D0075A57977}"/>
          </ac:spMkLst>
        </pc:spChg>
        <pc:spChg chg="add del mod">
          <ac:chgData name="王 zebra" userId="512e36ef2895e492" providerId="LiveId" clId="{ED8973F7-8380-48F3-8C85-7859093ACD56}" dt="2023-09-24T09:16:04.985" v="3229"/>
          <ac:spMkLst>
            <pc:docMk/>
            <pc:sldMk cId="920267711" sldId="489"/>
            <ac:spMk id="5" creationId="{516A3B68-1AF3-4F7F-B7BD-75C7A846967B}"/>
          </ac:spMkLst>
        </pc:spChg>
        <pc:spChg chg="mod">
          <ac:chgData name="王 zebra" userId="512e36ef2895e492" providerId="LiveId" clId="{ED8973F7-8380-48F3-8C85-7859093ACD56}" dt="2023-09-25T01:42:21.240" v="7606" actId="20577"/>
          <ac:spMkLst>
            <pc:docMk/>
            <pc:sldMk cId="920267711" sldId="489"/>
            <ac:spMk id="10" creationId="{CEE6698B-7351-4A8E-8D18-B6EEA6B8D827}"/>
          </ac:spMkLst>
        </pc:spChg>
        <pc:spChg chg="mod">
          <ac:chgData name="王 zebra" userId="512e36ef2895e492" providerId="LiveId" clId="{ED8973F7-8380-48F3-8C85-7859093ACD56}" dt="2023-09-25T01:43:23.522" v="7632" actId="165"/>
          <ac:spMkLst>
            <pc:docMk/>
            <pc:sldMk cId="920267711" sldId="489"/>
            <ac:spMk id="32" creationId="{3A91A98D-FC35-414E-BA31-30E19D322E23}"/>
          </ac:spMkLst>
        </pc:spChg>
        <pc:spChg chg="mod">
          <ac:chgData name="王 zebra" userId="512e36ef2895e492" providerId="LiveId" clId="{ED8973F7-8380-48F3-8C85-7859093ACD56}" dt="2023-09-25T01:43:23.522" v="7632" actId="165"/>
          <ac:spMkLst>
            <pc:docMk/>
            <pc:sldMk cId="920267711" sldId="489"/>
            <ac:spMk id="33" creationId="{67602036-2DBA-4282-B44A-52EC9FD14950}"/>
          </ac:spMkLst>
        </pc:spChg>
        <pc:spChg chg="mod">
          <ac:chgData name="王 zebra" userId="512e36ef2895e492" providerId="LiveId" clId="{ED8973F7-8380-48F3-8C85-7859093ACD56}" dt="2023-09-25T01:43:23.522" v="7632" actId="165"/>
          <ac:spMkLst>
            <pc:docMk/>
            <pc:sldMk cId="920267711" sldId="489"/>
            <ac:spMk id="35" creationId="{28AFEBF1-1E7B-4947-838A-D175082EB0AC}"/>
          </ac:spMkLst>
        </pc:spChg>
        <pc:spChg chg="add del mod">
          <ac:chgData name="王 zebra" userId="512e36ef2895e492" providerId="LiveId" clId="{ED8973F7-8380-48F3-8C85-7859093ACD56}" dt="2023-09-24T09:21:13.760" v="3687" actId="478"/>
          <ac:spMkLst>
            <pc:docMk/>
            <pc:sldMk cId="920267711" sldId="489"/>
            <ac:spMk id="37" creationId="{A37E7F60-F762-412A-A30C-0FA9F9967B6F}"/>
          </ac:spMkLst>
        </pc:spChg>
        <pc:spChg chg="add mod">
          <ac:chgData name="王 zebra" userId="512e36ef2895e492" providerId="LiveId" clId="{ED8973F7-8380-48F3-8C85-7859093ACD56}" dt="2023-09-24T11:05:08.852" v="4069" actId="20577"/>
          <ac:spMkLst>
            <pc:docMk/>
            <pc:sldMk cId="920267711" sldId="489"/>
            <ac:spMk id="38" creationId="{79CB1853-C84B-4959-A8E3-AACF68A7D1BF}"/>
          </ac:spMkLst>
        </pc:spChg>
        <pc:spChg chg="add mod">
          <ac:chgData name="王 zebra" userId="512e36ef2895e492" providerId="LiveId" clId="{ED8973F7-8380-48F3-8C85-7859093ACD56}" dt="2023-09-25T03:15:12.362" v="8481" actId="20577"/>
          <ac:spMkLst>
            <pc:docMk/>
            <pc:sldMk cId="920267711" sldId="489"/>
            <ac:spMk id="45" creationId="{5AC27375-1771-4584-8518-DFFFAD689A61}"/>
          </ac:spMkLst>
        </pc:spChg>
        <pc:grpChg chg="add del mod">
          <ac:chgData name="王 zebra" userId="512e36ef2895e492" providerId="LiveId" clId="{ED8973F7-8380-48F3-8C85-7859093ACD56}" dt="2023-09-25T01:43:23.522" v="7632" actId="165"/>
          <ac:grpSpMkLst>
            <pc:docMk/>
            <pc:sldMk cId="920267711" sldId="489"/>
            <ac:grpSpMk id="4" creationId="{FD91215A-A420-4C75-93BC-D889A7918463}"/>
          </ac:grpSpMkLst>
        </pc:grpChg>
        <pc:grpChg chg="add del mod">
          <ac:chgData name="王 zebra" userId="512e36ef2895e492" providerId="LiveId" clId="{ED8973F7-8380-48F3-8C85-7859093ACD56}" dt="2023-09-24T09:16:30.050" v="3233" actId="165"/>
          <ac:grpSpMkLst>
            <pc:docMk/>
            <pc:sldMk cId="920267711" sldId="489"/>
            <ac:grpSpMk id="7" creationId="{10F3D4E9-18BF-4BC6-BCF7-8DFB0EF5DA3A}"/>
          </ac:grpSpMkLst>
        </pc:grpChg>
        <pc:grpChg chg="mod topLvl">
          <ac:chgData name="王 zebra" userId="512e36ef2895e492" providerId="LiveId" clId="{ED8973F7-8380-48F3-8C85-7859093ACD56}" dt="2023-09-25T01:43:23.522" v="7632" actId="165"/>
          <ac:grpSpMkLst>
            <pc:docMk/>
            <pc:sldMk cId="920267711" sldId="489"/>
            <ac:grpSpMk id="8" creationId="{0047EC3E-0E6C-4FA0-A93A-538E5AD88D13}"/>
          </ac:grpSpMkLst>
        </pc:grpChg>
        <pc:grpChg chg="mod topLvl">
          <ac:chgData name="王 zebra" userId="512e36ef2895e492" providerId="LiveId" clId="{ED8973F7-8380-48F3-8C85-7859093ACD56}" dt="2023-09-25T01:43:23.522" v="7632" actId="165"/>
          <ac:grpSpMkLst>
            <pc:docMk/>
            <pc:sldMk cId="920267711" sldId="489"/>
            <ac:grpSpMk id="12" creationId="{8AC28123-0AE3-4251-AF2B-1F4F67E7D0AF}"/>
          </ac:grpSpMkLst>
        </pc:grpChg>
        <pc:grpChg chg="mod topLvl">
          <ac:chgData name="王 zebra" userId="512e36ef2895e492" providerId="LiveId" clId="{ED8973F7-8380-48F3-8C85-7859093ACD56}" dt="2023-09-25T01:43:23.522" v="7632" actId="165"/>
          <ac:grpSpMkLst>
            <pc:docMk/>
            <pc:sldMk cId="920267711" sldId="489"/>
            <ac:grpSpMk id="13" creationId="{F7F6BE1F-B3F5-47EC-8768-F298585A94EE}"/>
          </ac:grpSpMkLst>
        </pc:grpChg>
        <pc:grpChg chg="add del mod topLvl">
          <ac:chgData name="王 zebra" userId="512e36ef2895e492" providerId="LiveId" clId="{ED8973F7-8380-48F3-8C85-7859093ACD56}" dt="2023-09-25T01:43:23.522" v="7632" actId="165"/>
          <ac:grpSpMkLst>
            <pc:docMk/>
            <pc:sldMk cId="920267711" sldId="489"/>
            <ac:grpSpMk id="14" creationId="{8C4E94E4-D340-4FEB-930F-10308D71BE54}"/>
          </ac:grpSpMkLst>
        </pc:grpChg>
        <pc:grpChg chg="del mod topLvl">
          <ac:chgData name="王 zebra" userId="512e36ef2895e492" providerId="LiveId" clId="{ED8973F7-8380-48F3-8C85-7859093ACD56}" dt="2023-09-24T09:16:50.607" v="3295" actId="478"/>
          <ac:grpSpMkLst>
            <pc:docMk/>
            <pc:sldMk cId="920267711" sldId="489"/>
            <ac:grpSpMk id="15" creationId="{3E91CAB5-19D8-41BA-8E9E-8D32F8E16457}"/>
          </ac:grpSpMkLst>
        </pc:grpChg>
        <pc:grpChg chg="mod topLvl">
          <ac:chgData name="王 zebra" userId="512e36ef2895e492" providerId="LiveId" clId="{ED8973F7-8380-48F3-8C85-7859093ACD56}" dt="2023-09-25T01:43:23.522" v="7632" actId="165"/>
          <ac:grpSpMkLst>
            <pc:docMk/>
            <pc:sldMk cId="920267711" sldId="489"/>
            <ac:grpSpMk id="16" creationId="{B99C0EDF-7C4F-4206-94AB-451D60C9D84E}"/>
          </ac:grpSpMkLst>
        </pc:grpChg>
        <pc:grpChg chg="mod">
          <ac:chgData name="王 zebra" userId="512e36ef2895e492" providerId="LiveId" clId="{ED8973F7-8380-48F3-8C85-7859093ACD56}" dt="2023-09-25T01:43:23.522" v="7632" actId="165"/>
          <ac:grpSpMkLst>
            <pc:docMk/>
            <pc:sldMk cId="920267711" sldId="489"/>
            <ac:grpSpMk id="19" creationId="{E53A1AD4-B3EE-4302-9534-E16A5F1E803C}"/>
          </ac:grpSpMkLst>
        </pc:grpChg>
        <pc:grpChg chg="mod">
          <ac:chgData name="王 zebra" userId="512e36ef2895e492" providerId="LiveId" clId="{ED8973F7-8380-48F3-8C85-7859093ACD56}" dt="2023-09-24T09:16:30.050" v="3233" actId="165"/>
          <ac:grpSpMkLst>
            <pc:docMk/>
            <pc:sldMk cId="920267711" sldId="489"/>
            <ac:grpSpMk id="23" creationId="{0EC4682A-FD48-4A62-A29E-10D5E6B92E00}"/>
          </ac:grpSpMkLst>
        </pc:grpChg>
        <pc:grpChg chg="mod topLvl">
          <ac:chgData name="王 zebra" userId="512e36ef2895e492" providerId="LiveId" clId="{ED8973F7-8380-48F3-8C85-7859093ACD56}" dt="2023-09-25T01:43:23.522" v="7632" actId="165"/>
          <ac:grpSpMkLst>
            <pc:docMk/>
            <pc:sldMk cId="920267711" sldId="489"/>
            <ac:grpSpMk id="27" creationId="{6708ADD7-F8AF-4AEF-BACC-A199441DFF55}"/>
          </ac:grpSpMkLst>
        </pc:grpChg>
        <pc:grpChg chg="add mod">
          <ac:chgData name="王 zebra" userId="512e36ef2895e492" providerId="LiveId" clId="{ED8973F7-8380-48F3-8C85-7859093ACD56}" dt="2023-09-25T01:43:15.001" v="7625" actId="338"/>
          <ac:grpSpMkLst>
            <pc:docMk/>
            <pc:sldMk cId="920267711" sldId="489"/>
            <ac:grpSpMk id="44" creationId="{B1543C20-BCB8-4C6A-8B7A-3C8A1A59DFA9}"/>
          </ac:grpSpMkLst>
        </pc:grpChg>
        <pc:picChg chg="add del mod">
          <ac:chgData name="王 zebra" userId="512e36ef2895e492" providerId="LiveId" clId="{ED8973F7-8380-48F3-8C85-7859093ACD56}" dt="2023-09-24T09:16:04.985" v="3229"/>
          <ac:picMkLst>
            <pc:docMk/>
            <pc:sldMk cId="920267711" sldId="489"/>
            <ac:picMk id="6" creationId="{769455BC-89AE-40AB-B995-ED48B5DD4310}"/>
          </ac:picMkLst>
        </pc:picChg>
        <pc:picChg chg="mod topLvl">
          <ac:chgData name="王 zebra" userId="512e36ef2895e492" providerId="LiveId" clId="{ED8973F7-8380-48F3-8C85-7859093ACD56}" dt="2023-09-25T01:43:23.522" v="7632" actId="165"/>
          <ac:picMkLst>
            <pc:docMk/>
            <pc:sldMk cId="920267711" sldId="489"/>
            <ac:picMk id="17" creationId="{9794358F-1AEE-4FD7-9E8E-C81614B92922}"/>
          </ac:picMkLst>
        </pc:picChg>
        <pc:picChg chg="del mod">
          <ac:chgData name="王 zebra" userId="512e36ef2895e492" providerId="LiveId" clId="{ED8973F7-8380-48F3-8C85-7859093ACD56}" dt="2023-09-24T09:16:18.505" v="3231" actId="478"/>
          <ac:picMkLst>
            <pc:docMk/>
            <pc:sldMk cId="920267711" sldId="489"/>
            <ac:picMk id="18" creationId="{F76016AF-6EE6-407A-8B65-A52EE932A31B}"/>
          </ac:picMkLst>
        </pc:picChg>
        <pc:picChg chg="mod">
          <ac:chgData name="王 zebra" userId="512e36ef2895e492" providerId="LiveId" clId="{ED8973F7-8380-48F3-8C85-7859093ACD56}" dt="2023-09-25T01:43:23.522" v="7632" actId="165"/>
          <ac:picMkLst>
            <pc:docMk/>
            <pc:sldMk cId="920267711" sldId="489"/>
            <ac:picMk id="20" creationId="{0AAA7404-FF7B-4796-80E0-C7D9BE7CA6A1}"/>
          </ac:picMkLst>
        </pc:picChg>
        <pc:picChg chg="mod">
          <ac:chgData name="王 zebra" userId="512e36ef2895e492" providerId="LiveId" clId="{ED8973F7-8380-48F3-8C85-7859093ACD56}" dt="2023-09-25T01:43:23.522" v="7632" actId="165"/>
          <ac:picMkLst>
            <pc:docMk/>
            <pc:sldMk cId="920267711" sldId="489"/>
            <ac:picMk id="21" creationId="{BE02B480-15F9-44DB-99D5-2A332F1D0AC5}"/>
          </ac:picMkLst>
        </pc:picChg>
        <pc:picChg chg="mod">
          <ac:chgData name="王 zebra" userId="512e36ef2895e492" providerId="LiveId" clId="{ED8973F7-8380-48F3-8C85-7859093ACD56}" dt="2023-09-25T01:43:23.522" v="7632" actId="165"/>
          <ac:picMkLst>
            <pc:docMk/>
            <pc:sldMk cId="920267711" sldId="489"/>
            <ac:picMk id="22" creationId="{13582C08-0549-473D-BB7B-8AC5D28DB458}"/>
          </ac:picMkLst>
        </pc:picChg>
        <pc:picChg chg="mod">
          <ac:chgData name="王 zebra" userId="512e36ef2895e492" providerId="LiveId" clId="{ED8973F7-8380-48F3-8C85-7859093ACD56}" dt="2023-09-24T09:16:30.050" v="3233" actId="165"/>
          <ac:picMkLst>
            <pc:docMk/>
            <pc:sldMk cId="920267711" sldId="489"/>
            <ac:picMk id="24" creationId="{CD1E926E-E564-416E-9B04-AC79CF28EE47}"/>
          </ac:picMkLst>
        </pc:picChg>
        <pc:picChg chg="mod">
          <ac:chgData name="王 zebra" userId="512e36ef2895e492" providerId="LiveId" clId="{ED8973F7-8380-48F3-8C85-7859093ACD56}" dt="2023-09-24T09:16:30.050" v="3233" actId="165"/>
          <ac:picMkLst>
            <pc:docMk/>
            <pc:sldMk cId="920267711" sldId="489"/>
            <ac:picMk id="25" creationId="{CDF62E1B-4CF3-4922-A21F-8B18932CF797}"/>
          </ac:picMkLst>
        </pc:picChg>
        <pc:picChg chg="mod">
          <ac:chgData name="王 zebra" userId="512e36ef2895e492" providerId="LiveId" clId="{ED8973F7-8380-48F3-8C85-7859093ACD56}" dt="2023-09-24T09:16:30.050" v="3233" actId="165"/>
          <ac:picMkLst>
            <pc:docMk/>
            <pc:sldMk cId="920267711" sldId="489"/>
            <ac:picMk id="26" creationId="{B05DB601-0A96-483C-B3D7-947A0F9722D9}"/>
          </ac:picMkLst>
        </pc:picChg>
        <pc:picChg chg="mod topLvl">
          <ac:chgData name="王 zebra" userId="512e36ef2895e492" providerId="LiveId" clId="{ED8973F7-8380-48F3-8C85-7859093ACD56}" dt="2023-09-25T01:43:23.522" v="7632" actId="165"/>
          <ac:picMkLst>
            <pc:docMk/>
            <pc:sldMk cId="920267711" sldId="489"/>
            <ac:picMk id="28" creationId="{BB46C954-6770-4784-B241-E0BD9BCE9476}"/>
          </ac:picMkLst>
        </pc:picChg>
        <pc:picChg chg="mod">
          <ac:chgData name="王 zebra" userId="512e36ef2895e492" providerId="LiveId" clId="{ED8973F7-8380-48F3-8C85-7859093ACD56}" dt="2023-09-25T01:43:23.522" v="7632" actId="165"/>
          <ac:picMkLst>
            <pc:docMk/>
            <pc:sldMk cId="920267711" sldId="489"/>
            <ac:picMk id="29" creationId="{B2AD95C6-1E87-4AFB-B597-97F661FF46F5}"/>
          </ac:picMkLst>
        </pc:picChg>
        <pc:picChg chg="mod">
          <ac:chgData name="王 zebra" userId="512e36ef2895e492" providerId="LiveId" clId="{ED8973F7-8380-48F3-8C85-7859093ACD56}" dt="2023-09-25T01:43:23.522" v="7632" actId="165"/>
          <ac:picMkLst>
            <pc:docMk/>
            <pc:sldMk cId="920267711" sldId="489"/>
            <ac:picMk id="30" creationId="{553A35F5-4F43-4CD3-87EE-49B60AF4022D}"/>
          </ac:picMkLst>
        </pc:picChg>
        <pc:picChg chg="mod">
          <ac:chgData name="王 zebra" userId="512e36ef2895e492" providerId="LiveId" clId="{ED8973F7-8380-48F3-8C85-7859093ACD56}" dt="2023-09-25T01:43:23.522" v="7632" actId="165"/>
          <ac:picMkLst>
            <pc:docMk/>
            <pc:sldMk cId="920267711" sldId="489"/>
            <ac:picMk id="31" creationId="{5B7C2FA1-59BD-4036-ACBC-5E836CA88072}"/>
          </ac:picMkLst>
        </pc:picChg>
        <pc:picChg chg="mod">
          <ac:chgData name="王 zebra" userId="512e36ef2895e492" providerId="LiveId" clId="{ED8973F7-8380-48F3-8C85-7859093ACD56}" dt="2023-09-25T01:43:23.522" v="7632" actId="165"/>
          <ac:picMkLst>
            <pc:docMk/>
            <pc:sldMk cId="920267711" sldId="489"/>
            <ac:picMk id="34" creationId="{9605B9A2-090A-42D9-A0EA-064A61C8D68D}"/>
          </ac:picMkLst>
        </pc:picChg>
        <pc:picChg chg="mod">
          <ac:chgData name="王 zebra" userId="512e36ef2895e492" providerId="LiveId" clId="{ED8973F7-8380-48F3-8C85-7859093ACD56}" dt="2023-09-25T01:43:23.522" v="7632" actId="165"/>
          <ac:picMkLst>
            <pc:docMk/>
            <pc:sldMk cId="920267711" sldId="489"/>
            <ac:picMk id="36" creationId="{546264C8-DBFF-40ED-81B9-DDDC51927B0F}"/>
          </ac:picMkLst>
        </pc:picChg>
        <pc:cxnChg chg="mod topLvl">
          <ac:chgData name="王 zebra" userId="512e36ef2895e492" providerId="LiveId" clId="{ED8973F7-8380-48F3-8C85-7859093ACD56}" dt="2023-09-25T01:43:23.522" v="7632" actId="165"/>
          <ac:cxnSpMkLst>
            <pc:docMk/>
            <pc:sldMk cId="920267711" sldId="489"/>
            <ac:cxnSpMk id="9" creationId="{01A065B7-C71D-46C2-8230-6887A34694F1}"/>
          </ac:cxnSpMkLst>
        </pc:cxnChg>
        <pc:cxnChg chg="mod topLvl">
          <ac:chgData name="王 zebra" userId="512e36ef2895e492" providerId="LiveId" clId="{ED8973F7-8380-48F3-8C85-7859093ACD56}" dt="2023-09-25T01:43:23.522" v="7632" actId="165"/>
          <ac:cxnSpMkLst>
            <pc:docMk/>
            <pc:sldMk cId="920267711" sldId="489"/>
            <ac:cxnSpMk id="11" creationId="{AD350B15-CA82-459E-ADF5-1363A174C534}"/>
          </ac:cxnSpMkLst>
        </pc:cxnChg>
        <pc:cxnChg chg="add del mod">
          <ac:chgData name="王 zebra" userId="512e36ef2895e492" providerId="LiveId" clId="{ED8973F7-8380-48F3-8C85-7859093ACD56}" dt="2023-09-24T11:42:36.394" v="4711" actId="478"/>
          <ac:cxnSpMkLst>
            <pc:docMk/>
            <pc:sldMk cId="920267711" sldId="489"/>
            <ac:cxnSpMk id="39" creationId="{C8ACB9A5-A5CB-480F-844E-EC24454D4418}"/>
          </ac:cxnSpMkLst>
        </pc:cxnChg>
        <pc:cxnChg chg="add del mod">
          <ac:chgData name="王 zebra" userId="512e36ef2895e492" providerId="LiveId" clId="{ED8973F7-8380-48F3-8C85-7859093ACD56}" dt="2023-09-24T11:42:35.890" v="4710" actId="478"/>
          <ac:cxnSpMkLst>
            <pc:docMk/>
            <pc:sldMk cId="920267711" sldId="489"/>
            <ac:cxnSpMk id="43" creationId="{FD539B1E-F4FB-40EF-8625-DDB33A124979}"/>
          </ac:cxnSpMkLst>
        </pc:cxnChg>
      </pc:sldChg>
      <pc:sldChg chg="modSp add del mod">
        <pc:chgData name="王 zebra" userId="512e36ef2895e492" providerId="LiveId" clId="{ED8973F7-8380-48F3-8C85-7859093ACD56}" dt="2023-09-24T12:31:57.931" v="5920" actId="47"/>
        <pc:sldMkLst>
          <pc:docMk/>
          <pc:sldMk cId="1547897925" sldId="490"/>
        </pc:sldMkLst>
        <pc:spChg chg="mod">
          <ac:chgData name="王 zebra" userId="512e36ef2895e492" providerId="LiveId" clId="{ED8973F7-8380-48F3-8C85-7859093ACD56}" dt="2023-09-24T08:27:52.468" v="1688" actId="20577"/>
          <ac:spMkLst>
            <pc:docMk/>
            <pc:sldMk cId="1547897925" sldId="490"/>
            <ac:spMk id="2" creationId="{95648C1A-9302-4744-8637-3D0075A57977}"/>
          </ac:spMkLst>
        </pc:spChg>
      </pc:sldChg>
      <pc:sldChg chg="addSp modSp add mod ord modAnim">
        <pc:chgData name="王 zebra" userId="512e36ef2895e492" providerId="LiveId" clId="{ED8973F7-8380-48F3-8C85-7859093ACD56}" dt="2023-09-25T03:16:00.892" v="8548"/>
        <pc:sldMkLst>
          <pc:docMk/>
          <pc:sldMk cId="2567775049" sldId="491"/>
        </pc:sldMkLst>
        <pc:spChg chg="mod">
          <ac:chgData name="王 zebra" userId="512e36ef2895e492" providerId="LiveId" clId="{ED8973F7-8380-48F3-8C85-7859093ACD56}" dt="2023-09-24T14:40:03.616" v="7333" actId="20577"/>
          <ac:spMkLst>
            <pc:docMk/>
            <pc:sldMk cId="2567775049" sldId="491"/>
            <ac:spMk id="2" creationId="{95648C1A-9302-4744-8637-3D0075A57977}"/>
          </ac:spMkLst>
        </pc:spChg>
        <pc:spChg chg="mod">
          <ac:chgData name="王 zebra" userId="512e36ef2895e492" providerId="LiveId" clId="{ED8973F7-8380-48F3-8C85-7859093ACD56}" dt="2023-09-24T14:49:03.567" v="7407" actId="1076"/>
          <ac:spMkLst>
            <pc:docMk/>
            <pc:sldMk cId="2567775049" sldId="491"/>
            <ac:spMk id="10" creationId="{CEE6698B-7351-4A8E-8D18-B6EEA6B8D827}"/>
          </ac:spMkLst>
        </pc:spChg>
        <pc:spChg chg="add mod">
          <ac:chgData name="王 zebra" userId="512e36ef2895e492" providerId="LiveId" clId="{ED8973F7-8380-48F3-8C85-7859093ACD56}" dt="2023-09-24T14:49:03.567" v="7407" actId="1076"/>
          <ac:spMkLst>
            <pc:docMk/>
            <pc:sldMk cId="2567775049" sldId="491"/>
            <ac:spMk id="12" creationId="{B5F5B802-1DE5-458A-BA8C-004B09055ED9}"/>
          </ac:spMkLst>
        </pc:spChg>
        <pc:spChg chg="add mod">
          <ac:chgData name="王 zebra" userId="512e36ef2895e492" providerId="LiveId" clId="{ED8973F7-8380-48F3-8C85-7859093ACD56}" dt="2023-09-25T03:16:00.892" v="8548"/>
          <ac:spMkLst>
            <pc:docMk/>
            <pc:sldMk cId="2567775049" sldId="491"/>
            <ac:spMk id="18" creationId="{25328CF6-E8CD-40F9-A432-0454593B0AF3}"/>
          </ac:spMkLst>
        </pc:spChg>
        <pc:picChg chg="add mod ord">
          <ac:chgData name="王 zebra" userId="512e36ef2895e492" providerId="LiveId" clId="{ED8973F7-8380-48F3-8C85-7859093ACD56}" dt="2023-09-24T14:49:03.567" v="7407" actId="1076"/>
          <ac:picMkLst>
            <pc:docMk/>
            <pc:sldMk cId="2567775049" sldId="491"/>
            <ac:picMk id="5" creationId="{3FD635AA-A746-4F5B-8909-907BDCC64A55}"/>
          </ac:picMkLst>
        </pc:picChg>
        <pc:cxnChg chg="add mod">
          <ac:chgData name="王 zebra" userId="512e36ef2895e492" providerId="LiveId" clId="{ED8973F7-8380-48F3-8C85-7859093ACD56}" dt="2023-09-24T14:49:03.567" v="7407" actId="1076"/>
          <ac:cxnSpMkLst>
            <pc:docMk/>
            <pc:sldMk cId="2567775049" sldId="491"/>
            <ac:cxnSpMk id="7" creationId="{C6975ADE-681A-41D5-B4C8-CB837DF22834}"/>
          </ac:cxnSpMkLst>
        </pc:cxnChg>
      </pc:sldChg>
      <pc:sldChg chg="delSp modSp add mod ord">
        <pc:chgData name="王 zebra" userId="512e36ef2895e492" providerId="LiveId" clId="{ED8973F7-8380-48F3-8C85-7859093ACD56}" dt="2023-09-25T01:37:00.890" v="7533" actId="207"/>
        <pc:sldMkLst>
          <pc:docMk/>
          <pc:sldMk cId="3256348990" sldId="492"/>
        </pc:sldMkLst>
        <pc:spChg chg="mod">
          <ac:chgData name="王 zebra" userId="512e36ef2895e492" providerId="LiveId" clId="{ED8973F7-8380-48F3-8C85-7859093ACD56}" dt="2023-09-24T08:48:29.608" v="2416" actId="20577"/>
          <ac:spMkLst>
            <pc:docMk/>
            <pc:sldMk cId="3256348990" sldId="492"/>
            <ac:spMk id="2" creationId="{95648C1A-9302-4744-8637-3D0075A57977}"/>
          </ac:spMkLst>
        </pc:spChg>
        <pc:spChg chg="mod">
          <ac:chgData name="王 zebra" userId="512e36ef2895e492" providerId="LiveId" clId="{ED8973F7-8380-48F3-8C85-7859093ACD56}" dt="2023-09-24T08:46:53.640" v="2157" actId="1076"/>
          <ac:spMkLst>
            <pc:docMk/>
            <pc:sldMk cId="3256348990" sldId="492"/>
            <ac:spMk id="3" creationId="{8FDCFB19-513B-42E1-B2A3-5635825FE424}"/>
          </ac:spMkLst>
        </pc:spChg>
        <pc:spChg chg="mod">
          <ac:chgData name="王 zebra" userId="512e36ef2895e492" providerId="LiveId" clId="{ED8973F7-8380-48F3-8C85-7859093ACD56}" dt="2023-09-25T01:37:00.890" v="7533" actId="207"/>
          <ac:spMkLst>
            <pc:docMk/>
            <pc:sldMk cId="3256348990" sldId="492"/>
            <ac:spMk id="24" creationId="{2E6F37BF-6FC2-4F1E-98EF-2B06C1267D1B}"/>
          </ac:spMkLst>
        </pc:spChg>
        <pc:spChg chg="del">
          <ac:chgData name="王 zebra" userId="512e36ef2895e492" providerId="LiveId" clId="{ED8973F7-8380-48F3-8C85-7859093ACD56}" dt="2023-09-24T08:47:01.879" v="2162" actId="478"/>
          <ac:spMkLst>
            <pc:docMk/>
            <pc:sldMk cId="3256348990" sldId="492"/>
            <ac:spMk id="38" creationId="{F739D364-205E-4B7F-993D-CFA3CAF0740B}"/>
          </ac:spMkLst>
        </pc:spChg>
        <pc:grpChg chg="del">
          <ac:chgData name="王 zebra" userId="512e36ef2895e492" providerId="LiveId" clId="{ED8973F7-8380-48F3-8C85-7859093ACD56}" dt="2023-09-24T08:46:54.831" v="2158" actId="478"/>
          <ac:grpSpMkLst>
            <pc:docMk/>
            <pc:sldMk cId="3256348990" sldId="492"/>
            <ac:grpSpMk id="12" creationId="{9B4F1CFA-CD47-6B05-70D7-E8DA79838BFD}"/>
          </ac:grpSpMkLst>
        </pc:grpChg>
        <pc:grpChg chg="del mod">
          <ac:chgData name="王 zebra" userId="512e36ef2895e492" providerId="LiveId" clId="{ED8973F7-8380-48F3-8C85-7859093ACD56}" dt="2023-09-24T08:47:00.304" v="2161" actId="478"/>
          <ac:grpSpMkLst>
            <pc:docMk/>
            <pc:sldMk cId="3256348990" sldId="492"/>
            <ac:grpSpMk id="19" creationId="{DAB119A3-4801-CFE7-892C-906DD5BCE792}"/>
          </ac:grpSpMkLst>
        </pc:grpChg>
        <pc:picChg chg="del">
          <ac:chgData name="王 zebra" userId="512e36ef2895e492" providerId="LiveId" clId="{ED8973F7-8380-48F3-8C85-7859093ACD56}" dt="2023-09-24T08:46:56.079" v="2159" actId="478"/>
          <ac:picMkLst>
            <pc:docMk/>
            <pc:sldMk cId="3256348990" sldId="492"/>
            <ac:picMk id="4104" creationId="{E3E24D27-BC0F-E0E1-AD7D-416BECD236C7}"/>
          </ac:picMkLst>
        </pc:picChg>
        <pc:cxnChg chg="mod">
          <ac:chgData name="王 zebra" userId="512e36ef2895e492" providerId="LiveId" clId="{ED8973F7-8380-48F3-8C85-7859093ACD56}" dt="2023-09-24T08:46:54.831" v="2158" actId="478"/>
          <ac:cxnSpMkLst>
            <pc:docMk/>
            <pc:sldMk cId="3256348990" sldId="492"/>
            <ac:cxnSpMk id="9" creationId="{4ECD2CAE-0AE5-4CFE-965C-9EDC2464C784}"/>
          </ac:cxnSpMkLst>
        </pc:cxnChg>
        <pc:cxnChg chg="mod">
          <ac:chgData name="王 zebra" userId="512e36ef2895e492" providerId="LiveId" clId="{ED8973F7-8380-48F3-8C85-7859093ACD56}" dt="2023-09-24T08:46:54.831" v="2158" actId="478"/>
          <ac:cxnSpMkLst>
            <pc:docMk/>
            <pc:sldMk cId="3256348990" sldId="492"/>
            <ac:cxnSpMk id="10" creationId="{A8CF613C-32D1-4747-8F7C-6118CDA71C1F}"/>
          </ac:cxnSpMkLst>
        </pc:cxnChg>
        <pc:cxnChg chg="mod">
          <ac:chgData name="王 zebra" userId="512e36ef2895e492" providerId="LiveId" clId="{ED8973F7-8380-48F3-8C85-7859093ACD56}" dt="2023-09-24T08:47:00.304" v="2161" actId="478"/>
          <ac:cxnSpMkLst>
            <pc:docMk/>
            <pc:sldMk cId="3256348990" sldId="492"/>
            <ac:cxnSpMk id="30" creationId="{EE42C843-3AAE-4BE3-8F0C-8198E2E985EC}"/>
          </ac:cxnSpMkLst>
        </pc:cxnChg>
        <pc:cxnChg chg="mod">
          <ac:chgData name="王 zebra" userId="512e36ef2895e492" providerId="LiveId" clId="{ED8973F7-8380-48F3-8C85-7859093ACD56}" dt="2023-09-24T08:47:00.304" v="2161" actId="478"/>
          <ac:cxnSpMkLst>
            <pc:docMk/>
            <pc:sldMk cId="3256348990" sldId="492"/>
            <ac:cxnSpMk id="31" creationId="{7382D6F3-9BF9-4C63-8B6F-74C985E166C4}"/>
          </ac:cxnSpMkLst>
        </pc:cxnChg>
      </pc:sldChg>
      <pc:sldChg chg="addSp delSp modSp add mod">
        <pc:chgData name="王 zebra" userId="512e36ef2895e492" providerId="LiveId" clId="{ED8973F7-8380-48F3-8C85-7859093ACD56}" dt="2023-09-25T03:15:28.298" v="8488"/>
        <pc:sldMkLst>
          <pc:docMk/>
          <pc:sldMk cId="306139200" sldId="493"/>
        </pc:sldMkLst>
        <pc:spChg chg="mod">
          <ac:chgData name="王 zebra" userId="512e36ef2895e492" providerId="LiveId" clId="{ED8973F7-8380-48F3-8C85-7859093ACD56}" dt="2023-09-24T11:59:31.230" v="5314" actId="20577"/>
          <ac:spMkLst>
            <pc:docMk/>
            <pc:sldMk cId="306139200" sldId="493"/>
            <ac:spMk id="2" creationId="{95648C1A-9302-4744-8637-3D0075A57977}"/>
          </ac:spMkLst>
        </pc:spChg>
        <pc:spChg chg="del">
          <ac:chgData name="王 zebra" userId="512e36ef2895e492" providerId="LiveId" clId="{ED8973F7-8380-48F3-8C85-7859093ACD56}" dt="2023-09-24T12:14:11.235" v="5356" actId="478"/>
          <ac:spMkLst>
            <pc:docMk/>
            <pc:sldMk cId="306139200" sldId="493"/>
            <ac:spMk id="8" creationId="{0368208A-B3B4-E8AD-0C5B-98C30ADCD9E1}"/>
          </ac:spMkLst>
        </pc:spChg>
        <pc:spChg chg="add mod">
          <ac:chgData name="王 zebra" userId="512e36ef2895e492" providerId="LiveId" clId="{ED8973F7-8380-48F3-8C85-7859093ACD56}" dt="2023-09-25T03:15:28.298" v="8488"/>
          <ac:spMkLst>
            <pc:docMk/>
            <pc:sldMk cId="306139200" sldId="493"/>
            <ac:spMk id="9" creationId="{14000020-D8CF-4C77-AE5F-54BA039FB5E8}"/>
          </ac:spMkLst>
        </pc:spChg>
        <pc:spChg chg="mod">
          <ac:chgData name="王 zebra" userId="512e36ef2895e492" providerId="LiveId" clId="{ED8973F7-8380-48F3-8C85-7859093ACD56}" dt="2023-09-25T02:17:39.592" v="7813" actId="20577"/>
          <ac:spMkLst>
            <pc:docMk/>
            <pc:sldMk cId="306139200" sldId="493"/>
            <ac:spMk id="24" creationId="{2E6F37BF-6FC2-4F1E-98EF-2B06C1267D1B}"/>
          </ac:spMkLst>
        </pc:spChg>
        <pc:picChg chg="del">
          <ac:chgData name="王 zebra" userId="512e36ef2895e492" providerId="LiveId" clId="{ED8973F7-8380-48F3-8C85-7859093ACD56}" dt="2023-09-24T12:14:10.722" v="5355" actId="478"/>
          <ac:picMkLst>
            <pc:docMk/>
            <pc:sldMk cId="306139200" sldId="493"/>
            <ac:picMk id="5" creationId="{28A843F4-3F6A-9AC6-1A2A-FB83FFA5C0B4}"/>
          </ac:picMkLst>
        </pc:picChg>
        <pc:picChg chg="mod">
          <ac:chgData name="王 zebra" userId="512e36ef2895e492" providerId="LiveId" clId="{ED8973F7-8380-48F3-8C85-7859093ACD56}" dt="2023-09-25T02:17:06.445" v="7785" actId="1076"/>
          <ac:picMkLst>
            <pc:docMk/>
            <pc:sldMk cId="306139200" sldId="493"/>
            <ac:picMk id="7" creationId="{9CF0128A-DF8A-6B17-D2D5-91E3A4791B25}"/>
          </ac:picMkLst>
        </pc:picChg>
      </pc:sldChg>
      <pc:sldChg chg="addSp delSp modSp add mod">
        <pc:chgData name="王 zebra" userId="512e36ef2895e492" providerId="LiveId" clId="{ED8973F7-8380-48F3-8C85-7859093ACD56}" dt="2023-09-25T03:16:02.460" v="8549"/>
        <pc:sldMkLst>
          <pc:docMk/>
          <pc:sldMk cId="551316623" sldId="494"/>
        </pc:sldMkLst>
        <pc:spChg chg="mod">
          <ac:chgData name="王 zebra" userId="512e36ef2895e492" providerId="LiveId" clId="{ED8973F7-8380-48F3-8C85-7859093ACD56}" dt="2023-09-24T13:11:19.270" v="6784" actId="20577"/>
          <ac:spMkLst>
            <pc:docMk/>
            <pc:sldMk cId="551316623" sldId="494"/>
            <ac:spMk id="2" creationId="{95648C1A-9302-4744-8637-3D0075A57977}"/>
          </ac:spMkLst>
        </pc:spChg>
        <pc:spChg chg="add mod">
          <ac:chgData name="王 zebra" userId="512e36ef2895e492" providerId="LiveId" clId="{ED8973F7-8380-48F3-8C85-7859093ACD56}" dt="2023-09-24T14:38:47.810" v="7302" actId="20577"/>
          <ac:spMkLst>
            <pc:docMk/>
            <pc:sldMk cId="551316623" sldId="494"/>
            <ac:spMk id="6" creationId="{A557366B-29FF-4A6D-B617-CF6AFCF041ED}"/>
          </ac:spMkLst>
        </pc:spChg>
        <pc:spChg chg="del">
          <ac:chgData name="王 zebra" userId="512e36ef2895e492" providerId="LiveId" clId="{ED8973F7-8380-48F3-8C85-7859093ACD56}" dt="2023-09-24T13:11:04.334" v="6750" actId="478"/>
          <ac:spMkLst>
            <pc:docMk/>
            <pc:sldMk cId="551316623" sldId="494"/>
            <ac:spMk id="10" creationId="{CEE6698B-7351-4A8E-8D18-B6EEA6B8D827}"/>
          </ac:spMkLst>
        </pc:spChg>
        <pc:spChg chg="add mod">
          <ac:chgData name="王 zebra" userId="512e36ef2895e492" providerId="LiveId" clId="{ED8973F7-8380-48F3-8C85-7859093ACD56}" dt="2023-09-25T03:16:02.460" v="8549"/>
          <ac:spMkLst>
            <pc:docMk/>
            <pc:sldMk cId="551316623" sldId="494"/>
            <ac:spMk id="11" creationId="{351EDFB4-8E06-40E0-B411-D6D3026FDA18}"/>
          </ac:spMkLst>
        </pc:spChg>
        <pc:picChg chg="del">
          <ac:chgData name="王 zebra" userId="512e36ef2895e492" providerId="LiveId" clId="{ED8973F7-8380-48F3-8C85-7859093ACD56}" dt="2023-09-24T13:11:04.925" v="6751" actId="478"/>
          <ac:picMkLst>
            <pc:docMk/>
            <pc:sldMk cId="551316623" sldId="494"/>
            <ac:picMk id="5" creationId="{3FD635AA-A746-4F5B-8909-907BDCC64A55}"/>
          </ac:picMkLst>
        </pc:picChg>
        <pc:picChg chg="add mod">
          <ac:chgData name="王 zebra" userId="512e36ef2895e492" providerId="LiveId" clId="{ED8973F7-8380-48F3-8C85-7859093ACD56}" dt="2023-09-24T13:16:09.784" v="6889" actId="1076"/>
          <ac:picMkLst>
            <pc:docMk/>
            <pc:sldMk cId="551316623" sldId="494"/>
            <ac:picMk id="7" creationId="{CFC13F1A-E877-4C5D-BB13-154347D6130C}"/>
          </ac:picMkLst>
        </pc:picChg>
        <pc:picChg chg="add del mod">
          <ac:chgData name="王 zebra" userId="512e36ef2895e492" providerId="LiveId" clId="{ED8973F7-8380-48F3-8C85-7859093ACD56}" dt="2023-09-25T02:36:55.891" v="7843" actId="478"/>
          <ac:picMkLst>
            <pc:docMk/>
            <pc:sldMk cId="551316623" sldId="494"/>
            <ac:picMk id="9" creationId="{DA8981CF-F2DF-4A75-922D-946D15B833E1}"/>
          </ac:picMkLst>
        </pc:picChg>
      </pc:sldChg>
      <pc:sldChg chg="addSp delSp modSp add mod">
        <pc:chgData name="王 zebra" userId="512e36ef2895e492" providerId="LiveId" clId="{ED8973F7-8380-48F3-8C85-7859093ACD56}" dt="2023-09-25T03:17:17.147" v="8556" actId="14"/>
        <pc:sldMkLst>
          <pc:docMk/>
          <pc:sldMk cId="2657799884" sldId="495"/>
        </pc:sldMkLst>
        <pc:spChg chg="mod">
          <ac:chgData name="王 zebra" userId="512e36ef2895e492" providerId="LiveId" clId="{ED8973F7-8380-48F3-8C85-7859093ACD56}" dt="2023-09-24T14:37:51.570" v="7292" actId="20577"/>
          <ac:spMkLst>
            <pc:docMk/>
            <pc:sldMk cId="2657799884" sldId="495"/>
            <ac:spMk id="2" creationId="{95648C1A-9302-4744-8637-3D0075A57977}"/>
          </ac:spMkLst>
        </pc:spChg>
        <pc:spChg chg="add mod">
          <ac:chgData name="王 zebra" userId="512e36ef2895e492" providerId="LiveId" clId="{ED8973F7-8380-48F3-8C85-7859093ACD56}" dt="2023-09-25T03:15:50.795" v="8540"/>
          <ac:spMkLst>
            <pc:docMk/>
            <pc:sldMk cId="2657799884" sldId="495"/>
            <ac:spMk id="6" creationId="{A3A2BE86-8780-4F94-AE04-FE4546DE2781}"/>
          </ac:spMkLst>
        </pc:spChg>
        <pc:spChg chg="add del mod">
          <ac:chgData name="王 zebra" userId="512e36ef2895e492" providerId="LiveId" clId="{ED8973F7-8380-48F3-8C85-7859093ACD56}" dt="2023-09-25T03:15:52.170" v="8542"/>
          <ac:spMkLst>
            <pc:docMk/>
            <pc:sldMk cId="2657799884" sldId="495"/>
            <ac:spMk id="8" creationId="{9885D226-8A47-44E1-85F1-8744385186C9}"/>
          </ac:spMkLst>
        </pc:spChg>
        <pc:spChg chg="mod">
          <ac:chgData name="王 zebra" userId="512e36ef2895e492" providerId="LiveId" clId="{ED8973F7-8380-48F3-8C85-7859093ACD56}" dt="2023-09-25T03:17:17.147" v="8556" actId="14"/>
          <ac:spMkLst>
            <pc:docMk/>
            <pc:sldMk cId="2657799884" sldId="495"/>
            <ac:spMk id="24" creationId="{2E6F37BF-6FC2-4F1E-98EF-2B06C1267D1B}"/>
          </ac:spMkLst>
        </pc:spChg>
        <pc:picChg chg="del">
          <ac:chgData name="王 zebra" userId="512e36ef2895e492" providerId="LiveId" clId="{ED8973F7-8380-48F3-8C85-7859093ACD56}" dt="2023-09-24T13:33:47.200" v="7114" actId="478"/>
          <ac:picMkLst>
            <pc:docMk/>
            <pc:sldMk cId="2657799884" sldId="495"/>
            <ac:picMk id="7" creationId="{9CF0128A-DF8A-6B17-D2D5-91E3A4791B25}"/>
          </ac:picMkLst>
        </pc:picChg>
      </pc:sldChg>
      <pc:sldChg chg="addSp delSp modSp add mod modAnim">
        <pc:chgData name="王 zebra" userId="512e36ef2895e492" providerId="LiveId" clId="{ED8973F7-8380-48F3-8C85-7859093ACD56}" dt="2023-09-25T03:15:57.879" v="8546" actId="166"/>
        <pc:sldMkLst>
          <pc:docMk/>
          <pc:sldMk cId="1652975502" sldId="496"/>
        </pc:sldMkLst>
        <pc:spChg chg="add mod ord">
          <ac:chgData name="王 zebra" userId="512e36ef2895e492" providerId="LiveId" clId="{ED8973F7-8380-48F3-8C85-7859093ACD56}" dt="2023-09-25T03:15:57.879" v="8546" actId="166"/>
          <ac:spMkLst>
            <pc:docMk/>
            <pc:sldMk cId="1652975502" sldId="496"/>
            <ac:spMk id="7" creationId="{0A5AAA24-C186-422A-B910-B3A21DC35C89}"/>
          </ac:spMkLst>
        </pc:spChg>
        <pc:spChg chg="add del mod">
          <ac:chgData name="王 zebra" userId="512e36ef2895e492" providerId="LiveId" clId="{ED8973F7-8380-48F3-8C85-7859093ACD56}" dt="2023-09-25T03:15:53.921" v="8544"/>
          <ac:spMkLst>
            <pc:docMk/>
            <pc:sldMk cId="1652975502" sldId="496"/>
            <ac:spMk id="8" creationId="{51F88BF5-D834-4DC0-956E-510D38BECF95}"/>
          </ac:spMkLst>
        </pc:spChg>
        <pc:spChg chg="add mod">
          <ac:chgData name="王 zebra" userId="512e36ef2895e492" providerId="LiveId" clId="{ED8973F7-8380-48F3-8C85-7859093ACD56}" dt="2023-09-25T03:15:54.956" v="8545"/>
          <ac:spMkLst>
            <pc:docMk/>
            <pc:sldMk cId="1652975502" sldId="496"/>
            <ac:spMk id="9" creationId="{F13307DA-304B-462A-84A0-B647A1F99A6E}"/>
          </ac:spMkLst>
        </pc:spChg>
        <pc:spChg chg="del">
          <ac:chgData name="王 zebra" userId="512e36ef2895e492" providerId="LiveId" clId="{ED8973F7-8380-48F3-8C85-7859093ACD56}" dt="2023-09-24T13:35:36.897" v="7155" actId="478"/>
          <ac:spMkLst>
            <pc:docMk/>
            <pc:sldMk cId="1652975502" sldId="496"/>
            <ac:spMk id="24" creationId="{2E6F37BF-6FC2-4F1E-98EF-2B06C1267D1B}"/>
          </ac:spMkLst>
        </pc:spChg>
        <pc:picChg chg="add mod modCrop">
          <ac:chgData name="王 zebra" userId="512e36ef2895e492" providerId="LiveId" clId="{ED8973F7-8380-48F3-8C85-7859093ACD56}" dt="2023-09-24T13:41:16.156" v="7159" actId="1076"/>
          <ac:picMkLst>
            <pc:docMk/>
            <pc:sldMk cId="1652975502" sldId="496"/>
            <ac:picMk id="5" creationId="{13693F0E-A02E-457F-951A-4E935F6934EF}"/>
          </ac:picMkLst>
        </pc:picChg>
      </pc:sldChg>
      <pc:sldChg chg="addSp delSp modSp add mod delAnim">
        <pc:chgData name="王 zebra" userId="512e36ef2895e492" providerId="LiveId" clId="{ED8973F7-8380-48F3-8C85-7859093ACD56}" dt="2023-09-25T03:15:59.783" v="8547"/>
        <pc:sldMkLst>
          <pc:docMk/>
          <pc:sldMk cId="817758118" sldId="497"/>
        </pc:sldMkLst>
        <pc:spChg chg="mod">
          <ac:chgData name="王 zebra" userId="512e36ef2895e492" providerId="LiveId" clId="{ED8973F7-8380-48F3-8C85-7859093ACD56}" dt="2023-09-24T14:40:27.194" v="7369" actId="20577"/>
          <ac:spMkLst>
            <pc:docMk/>
            <pc:sldMk cId="817758118" sldId="497"/>
            <ac:spMk id="2" creationId="{95648C1A-9302-4744-8637-3D0075A57977}"/>
          </ac:spMkLst>
        </pc:spChg>
        <pc:spChg chg="del">
          <ac:chgData name="王 zebra" userId="512e36ef2895e492" providerId="LiveId" clId="{ED8973F7-8380-48F3-8C85-7859093ACD56}" dt="2023-09-24T14:40:15.153" v="7336" actId="478"/>
          <ac:spMkLst>
            <pc:docMk/>
            <pc:sldMk cId="817758118" sldId="497"/>
            <ac:spMk id="7" creationId="{0A5AAA24-C186-422A-B910-B3A21DC35C89}"/>
          </ac:spMkLst>
        </pc:spChg>
        <pc:spChg chg="add mod">
          <ac:chgData name="王 zebra" userId="512e36ef2895e492" providerId="LiveId" clId="{ED8973F7-8380-48F3-8C85-7859093ACD56}" dt="2023-09-25T03:15:59.783" v="8547"/>
          <ac:spMkLst>
            <pc:docMk/>
            <pc:sldMk cId="817758118" sldId="497"/>
            <ac:spMk id="8" creationId="{97735C2E-93A9-4540-A62E-0F9D64F4C5E4}"/>
          </ac:spMkLst>
        </pc:spChg>
        <pc:picChg chg="del">
          <ac:chgData name="王 zebra" userId="512e36ef2895e492" providerId="LiveId" clId="{ED8973F7-8380-48F3-8C85-7859093ACD56}" dt="2023-09-24T14:40:12.984" v="7335" actId="478"/>
          <ac:picMkLst>
            <pc:docMk/>
            <pc:sldMk cId="817758118" sldId="497"/>
            <ac:picMk id="5" creationId="{13693F0E-A02E-457F-951A-4E935F6934EF}"/>
          </ac:picMkLst>
        </pc:picChg>
        <pc:picChg chg="add">
          <ac:chgData name="王 zebra" userId="512e36ef2895e492" providerId="LiveId" clId="{ED8973F7-8380-48F3-8C85-7859093ACD56}" dt="2023-09-24T14:40:38.980" v="7370" actId="22"/>
          <ac:picMkLst>
            <pc:docMk/>
            <pc:sldMk cId="817758118" sldId="497"/>
            <ac:picMk id="6" creationId="{42D32938-1EDC-4168-A51E-FB0BB67BC5A6}"/>
          </ac:picMkLst>
        </pc:picChg>
      </pc:sldChg>
      <pc:sldChg chg="addSp delSp modSp add mod modAnim">
        <pc:chgData name="王 zebra" userId="512e36ef2895e492" providerId="LiveId" clId="{ED8973F7-8380-48F3-8C85-7859093ACD56}" dt="2023-09-25T03:13:52.172" v="8446"/>
        <pc:sldMkLst>
          <pc:docMk/>
          <pc:sldMk cId="2753023899" sldId="498"/>
        </pc:sldMkLst>
        <pc:spChg chg="mod">
          <ac:chgData name="王 zebra" userId="512e36ef2895e492" providerId="LiveId" clId="{ED8973F7-8380-48F3-8C85-7859093ACD56}" dt="2023-09-25T03:06:37.460" v="7857" actId="20577"/>
          <ac:spMkLst>
            <pc:docMk/>
            <pc:sldMk cId="2753023899" sldId="498"/>
            <ac:spMk id="2" creationId="{95648C1A-9302-4744-8637-3D0075A57977}"/>
          </ac:spMkLst>
        </pc:spChg>
        <pc:spChg chg="mod">
          <ac:chgData name="王 zebra" userId="512e36ef2895e492" providerId="LiveId" clId="{ED8973F7-8380-48F3-8C85-7859093ACD56}" dt="2023-09-25T03:12:26.083" v="8422" actId="207"/>
          <ac:spMkLst>
            <pc:docMk/>
            <pc:sldMk cId="2753023899" sldId="498"/>
            <ac:spMk id="6" creationId="{A557366B-29FF-4A6D-B617-CF6AFCF041ED}"/>
          </ac:spMkLst>
        </pc:spChg>
        <pc:spChg chg="add mod">
          <ac:chgData name="王 zebra" userId="512e36ef2895e492" providerId="LiveId" clId="{ED8973F7-8380-48F3-8C85-7859093ACD56}" dt="2023-09-25T03:13:28.733" v="8442" actId="21"/>
          <ac:spMkLst>
            <pc:docMk/>
            <pc:sldMk cId="2753023899" sldId="498"/>
            <ac:spMk id="8" creationId="{F809EADC-1E9F-4DFB-8DDD-BB4020E553E5}"/>
          </ac:spMkLst>
        </pc:spChg>
        <pc:spChg chg="add mod">
          <ac:chgData name="王 zebra" userId="512e36ef2895e492" providerId="LiveId" clId="{ED8973F7-8380-48F3-8C85-7859093ACD56}" dt="2023-09-25T03:13:38.403" v="8445" actId="113"/>
          <ac:spMkLst>
            <pc:docMk/>
            <pc:sldMk cId="2753023899" sldId="498"/>
            <ac:spMk id="9" creationId="{425259A0-C29A-4870-9868-B96610D466C6}"/>
          </ac:spMkLst>
        </pc:spChg>
        <pc:picChg chg="del">
          <ac:chgData name="王 zebra" userId="512e36ef2895e492" providerId="LiveId" clId="{ED8973F7-8380-48F3-8C85-7859093ACD56}" dt="2023-09-25T03:06:33.580" v="7845" actId="478"/>
          <ac:picMkLst>
            <pc:docMk/>
            <pc:sldMk cId="2753023899" sldId="498"/>
            <ac:picMk id="7" creationId="{CFC13F1A-E877-4C5D-BB13-154347D6130C}"/>
          </ac:picMkLst>
        </pc:picChg>
      </pc:sldChg>
    </pc:docChg>
  </pc:docChgLst>
  <pc:docChgLst>
    <pc:chgData name="王 zebra" userId="512e36ef2895e492" providerId="LiveId" clId="{94C061B3-EB52-4803-AA9D-D7A0F1BCE80A}"/>
    <pc:docChg chg="undo redo custSel addSld delSld modSld sldOrd">
      <pc:chgData name="王 zebra" userId="512e36ef2895e492" providerId="LiveId" clId="{94C061B3-EB52-4803-AA9D-D7A0F1BCE80A}" dt="2023-12-22T01:48:56.416" v="7715" actId="20577"/>
      <pc:docMkLst>
        <pc:docMk/>
      </pc:docMkLst>
      <pc:sldChg chg="modSp mod">
        <pc:chgData name="王 zebra" userId="512e36ef2895e492" providerId="LiveId" clId="{94C061B3-EB52-4803-AA9D-D7A0F1BCE80A}" dt="2023-12-21T11:04:38.829" v="4958" actId="20577"/>
        <pc:sldMkLst>
          <pc:docMk/>
          <pc:sldMk cId="41641697" sldId="264"/>
        </pc:sldMkLst>
        <pc:spChg chg="mod">
          <ac:chgData name="王 zebra" userId="512e36ef2895e492" providerId="LiveId" clId="{94C061B3-EB52-4803-AA9D-D7A0F1BCE80A}" dt="2023-12-21T11:04:38.829" v="4958" actId="20577"/>
          <ac:spMkLst>
            <pc:docMk/>
            <pc:sldMk cId="41641697" sldId="264"/>
            <ac:spMk id="8" creationId="{7F627E08-FE90-470E-8604-F06FC139EE3C}"/>
          </ac:spMkLst>
        </pc:spChg>
        <pc:spChg chg="mod">
          <ac:chgData name="王 zebra" userId="512e36ef2895e492" providerId="LiveId" clId="{94C061B3-EB52-4803-AA9D-D7A0F1BCE80A}" dt="2023-12-20T11:27:49.045" v="69" actId="20577"/>
          <ac:spMkLst>
            <pc:docMk/>
            <pc:sldMk cId="41641697" sldId="264"/>
            <ac:spMk id="14" creationId="{C5894F79-5F33-A47F-8011-EFCF2C381F5F}"/>
          </ac:spMkLst>
        </pc:spChg>
      </pc:sldChg>
      <pc:sldChg chg="addSp modSp add mod">
        <pc:chgData name="王 zebra" userId="512e36ef2895e492" providerId="LiveId" clId="{94C061B3-EB52-4803-AA9D-D7A0F1BCE80A}" dt="2023-12-21T12:27:15.897" v="6844" actId="20577"/>
        <pc:sldMkLst>
          <pc:docMk/>
          <pc:sldMk cId="1411678714" sldId="357"/>
        </pc:sldMkLst>
        <pc:spChg chg="mod">
          <ac:chgData name="王 zebra" userId="512e36ef2895e492" providerId="LiveId" clId="{94C061B3-EB52-4803-AA9D-D7A0F1BCE80A}" dt="2023-12-21T12:21:30.340" v="6570" actId="113"/>
          <ac:spMkLst>
            <pc:docMk/>
            <pc:sldMk cId="1411678714" sldId="357"/>
            <ac:spMk id="2" creationId="{95648C1A-9302-4744-8637-3D0075A57977}"/>
          </ac:spMkLst>
        </pc:spChg>
        <pc:spChg chg="mod">
          <ac:chgData name="王 zebra" userId="512e36ef2895e492" providerId="LiveId" clId="{94C061B3-EB52-4803-AA9D-D7A0F1BCE80A}" dt="2023-12-21T12:21:27.028" v="6569" actId="2711"/>
          <ac:spMkLst>
            <pc:docMk/>
            <pc:sldMk cId="1411678714" sldId="357"/>
            <ac:spMk id="3" creationId="{8FDCFB19-513B-42E1-B2A3-5635825FE424}"/>
          </ac:spMkLst>
        </pc:spChg>
        <pc:spChg chg="mod">
          <ac:chgData name="王 zebra" userId="512e36ef2895e492" providerId="LiveId" clId="{94C061B3-EB52-4803-AA9D-D7A0F1BCE80A}" dt="2023-12-21T12:21:27.028" v="6569" actId="2711"/>
          <ac:spMkLst>
            <pc:docMk/>
            <pc:sldMk cId="1411678714" sldId="357"/>
            <ac:spMk id="4" creationId="{D635BB54-3E2D-1050-181C-8DFA9C2D5745}"/>
          </ac:spMkLst>
        </pc:spChg>
        <pc:spChg chg="mod">
          <ac:chgData name="王 zebra" userId="512e36ef2895e492" providerId="LiveId" clId="{94C061B3-EB52-4803-AA9D-D7A0F1BCE80A}" dt="2023-12-21T12:21:27.028" v="6569" actId="2711"/>
          <ac:spMkLst>
            <pc:docMk/>
            <pc:sldMk cId="1411678714" sldId="357"/>
            <ac:spMk id="8" creationId="{C995F371-26F7-71EA-622A-BAECCA8BB434}"/>
          </ac:spMkLst>
        </pc:spChg>
        <pc:spChg chg="mod">
          <ac:chgData name="王 zebra" userId="512e36ef2895e492" providerId="LiveId" clId="{94C061B3-EB52-4803-AA9D-D7A0F1BCE80A}" dt="2023-12-21T12:27:15.897" v="6844" actId="20577"/>
          <ac:spMkLst>
            <pc:docMk/>
            <pc:sldMk cId="1411678714" sldId="357"/>
            <ac:spMk id="24" creationId="{2E6F37BF-6FC2-4F1E-98EF-2B06C1267D1B}"/>
          </ac:spMkLst>
        </pc:spChg>
        <pc:grpChg chg="mod">
          <ac:chgData name="王 zebra" userId="512e36ef2895e492" providerId="LiveId" clId="{94C061B3-EB52-4803-AA9D-D7A0F1BCE80A}" dt="2023-12-21T12:21:27.028" v="6569" actId="2711"/>
          <ac:grpSpMkLst>
            <pc:docMk/>
            <pc:sldMk cId="1411678714" sldId="357"/>
            <ac:grpSpMk id="83" creationId="{FB32CBDF-5524-7989-C838-53120F8407D4}"/>
          </ac:grpSpMkLst>
        </pc:grpChg>
        <pc:picChg chg="mod">
          <ac:chgData name="王 zebra" userId="512e36ef2895e492" providerId="LiveId" clId="{94C061B3-EB52-4803-AA9D-D7A0F1BCE80A}" dt="2023-12-21T12:21:27.028" v="6569" actId="2711"/>
          <ac:picMkLst>
            <pc:docMk/>
            <pc:sldMk cId="1411678714" sldId="357"/>
            <ac:picMk id="6" creationId="{F0921CBA-63F4-9BA3-501C-3A2D693DD7BF}"/>
          </ac:picMkLst>
        </pc:picChg>
        <pc:picChg chg="add mod">
          <ac:chgData name="王 zebra" userId="512e36ef2895e492" providerId="LiveId" clId="{94C061B3-EB52-4803-AA9D-D7A0F1BCE80A}" dt="2023-12-21T12:26:20.200" v="6792" actId="1076"/>
          <ac:picMkLst>
            <pc:docMk/>
            <pc:sldMk cId="1411678714" sldId="357"/>
            <ac:picMk id="7" creationId="{4389F557-1AEC-4768-9B61-1DB6650FAA4D}"/>
          </ac:picMkLst>
        </pc:picChg>
      </pc:sldChg>
      <pc:sldChg chg="modSp del mod">
        <pc:chgData name="王 zebra" userId="512e36ef2895e492" providerId="LiveId" clId="{94C061B3-EB52-4803-AA9D-D7A0F1BCE80A}" dt="2023-12-20T11:29:53.964" v="97" actId="47"/>
        <pc:sldMkLst>
          <pc:docMk/>
          <pc:sldMk cId="2358689794" sldId="400"/>
        </pc:sldMkLst>
        <pc:spChg chg="mod">
          <ac:chgData name="王 zebra" userId="512e36ef2895e492" providerId="LiveId" clId="{94C061B3-EB52-4803-AA9D-D7A0F1BCE80A}" dt="2023-12-20T11:29:42.514" v="96" actId="115"/>
          <ac:spMkLst>
            <pc:docMk/>
            <pc:sldMk cId="2358689794" sldId="400"/>
            <ac:spMk id="24" creationId="{2E6F37BF-6FC2-4F1E-98EF-2B06C1267D1B}"/>
          </ac:spMkLst>
        </pc:spChg>
      </pc:sldChg>
      <pc:sldChg chg="addSp delSp modSp add del mod ord delAnim">
        <pc:chgData name="王 zebra" userId="512e36ef2895e492" providerId="LiveId" clId="{94C061B3-EB52-4803-AA9D-D7A0F1BCE80A}" dt="2023-12-21T12:16:15.662" v="6470"/>
        <pc:sldMkLst>
          <pc:docMk/>
          <pc:sldMk cId="2353006314" sldId="422"/>
        </pc:sldMkLst>
        <pc:spChg chg="mod">
          <ac:chgData name="王 zebra" userId="512e36ef2895e492" providerId="LiveId" clId="{94C061B3-EB52-4803-AA9D-D7A0F1BCE80A}" dt="2023-12-20T11:43:33.233" v="827" actId="20577"/>
          <ac:spMkLst>
            <pc:docMk/>
            <pc:sldMk cId="2353006314" sldId="422"/>
            <ac:spMk id="2" creationId="{95648C1A-9302-4744-8637-3D0075A57977}"/>
          </ac:spMkLst>
        </pc:spChg>
        <pc:spChg chg="del mod">
          <ac:chgData name="王 zebra" userId="512e36ef2895e492" providerId="LiveId" clId="{94C061B3-EB52-4803-AA9D-D7A0F1BCE80A}" dt="2023-12-20T11:43:04.603" v="811" actId="478"/>
          <ac:spMkLst>
            <pc:docMk/>
            <pc:sldMk cId="2353006314" sldId="422"/>
            <ac:spMk id="10" creationId="{726284E7-084D-4B7A-AF7D-92097542D17B}"/>
          </ac:spMkLst>
        </pc:spChg>
        <pc:spChg chg="del">
          <ac:chgData name="王 zebra" userId="512e36ef2895e492" providerId="LiveId" clId="{94C061B3-EB52-4803-AA9D-D7A0F1BCE80A}" dt="2023-12-20T11:43:09.564" v="813" actId="478"/>
          <ac:spMkLst>
            <pc:docMk/>
            <pc:sldMk cId="2353006314" sldId="422"/>
            <ac:spMk id="19" creationId="{AF19AD53-20C9-4FB8-A5F9-73F96B25AD48}"/>
          </ac:spMkLst>
        </pc:spChg>
        <pc:spChg chg="del">
          <ac:chgData name="王 zebra" userId="512e36ef2895e492" providerId="LiveId" clId="{94C061B3-EB52-4803-AA9D-D7A0F1BCE80A}" dt="2023-12-20T11:43:13.596" v="814" actId="478"/>
          <ac:spMkLst>
            <pc:docMk/>
            <pc:sldMk cId="2353006314" sldId="422"/>
            <ac:spMk id="20" creationId="{6E77DD74-1F88-42B8-8858-86A11775AF13}"/>
          </ac:spMkLst>
        </pc:spChg>
        <pc:spChg chg="add mod">
          <ac:chgData name="王 zebra" userId="512e36ef2895e492" providerId="LiveId" clId="{94C061B3-EB52-4803-AA9D-D7A0F1BCE80A}" dt="2023-12-21T12:16:15.662" v="6470"/>
          <ac:spMkLst>
            <pc:docMk/>
            <pc:sldMk cId="2353006314" sldId="422"/>
            <ac:spMk id="21" creationId="{624FF73E-0981-4AFD-9285-82A94A8EB415}"/>
          </ac:spMkLst>
        </pc:spChg>
        <pc:cxnChg chg="del mod">
          <ac:chgData name="王 zebra" userId="512e36ef2895e492" providerId="LiveId" clId="{94C061B3-EB52-4803-AA9D-D7A0F1BCE80A}" dt="2023-12-20T11:43:05.275" v="812" actId="478"/>
          <ac:cxnSpMkLst>
            <pc:docMk/>
            <pc:sldMk cId="2353006314" sldId="422"/>
            <ac:cxnSpMk id="6" creationId="{614C8F4B-065F-4A77-B9FE-4A076A5B1459}"/>
          </ac:cxnSpMkLst>
        </pc:cxnChg>
      </pc:sldChg>
      <pc:sldChg chg="delSp modSp mod">
        <pc:chgData name="王 zebra" userId="512e36ef2895e492" providerId="LiveId" clId="{94C061B3-EB52-4803-AA9D-D7A0F1BCE80A}" dt="2023-12-20T11:42:52.530" v="805" actId="1076"/>
        <pc:sldMkLst>
          <pc:docMk/>
          <pc:sldMk cId="3453357845" sldId="427"/>
        </pc:sldMkLst>
        <pc:spChg chg="mod">
          <ac:chgData name="王 zebra" userId="512e36ef2895e492" providerId="LiveId" clId="{94C061B3-EB52-4803-AA9D-D7A0F1BCE80A}" dt="2023-12-20T11:42:52.530" v="805" actId="1076"/>
          <ac:spMkLst>
            <pc:docMk/>
            <pc:sldMk cId="3453357845" sldId="427"/>
            <ac:spMk id="2" creationId="{9BE10A44-04AE-6AD6-8AEC-47882B9F13FB}"/>
          </ac:spMkLst>
        </pc:spChg>
        <pc:spChg chg="mod">
          <ac:chgData name="王 zebra" userId="512e36ef2895e492" providerId="LiveId" clId="{94C061B3-EB52-4803-AA9D-D7A0F1BCE80A}" dt="2023-12-20T11:42:52.530" v="805" actId="1076"/>
          <ac:spMkLst>
            <pc:docMk/>
            <pc:sldMk cId="3453357845" sldId="427"/>
            <ac:spMk id="6" creationId="{7ADB2C1D-9765-43B5-807B-51A0E46D9B90}"/>
          </ac:spMkLst>
        </pc:spChg>
        <pc:spChg chg="del">
          <ac:chgData name="王 zebra" userId="512e36ef2895e492" providerId="LiveId" clId="{94C061B3-EB52-4803-AA9D-D7A0F1BCE80A}" dt="2023-12-20T11:42:30.956" v="785" actId="478"/>
          <ac:spMkLst>
            <pc:docMk/>
            <pc:sldMk cId="3453357845" sldId="427"/>
            <ac:spMk id="8" creationId="{05605E1C-32C4-4687-9BD8-5C8AB9B5E3DC}"/>
          </ac:spMkLst>
        </pc:spChg>
      </pc:sldChg>
      <pc:sldChg chg="del">
        <pc:chgData name="王 zebra" userId="512e36ef2895e492" providerId="LiveId" clId="{94C061B3-EB52-4803-AA9D-D7A0F1BCE80A}" dt="2023-12-20T11:42:58.645" v="808" actId="47"/>
        <pc:sldMkLst>
          <pc:docMk/>
          <pc:sldMk cId="480358080" sldId="431"/>
        </pc:sldMkLst>
      </pc:sldChg>
      <pc:sldChg chg="del">
        <pc:chgData name="王 zebra" userId="512e36ef2895e492" providerId="LiveId" clId="{94C061B3-EB52-4803-AA9D-D7A0F1BCE80A}" dt="2023-12-20T11:29:15.246" v="85" actId="47"/>
        <pc:sldMkLst>
          <pc:docMk/>
          <pc:sldMk cId="4033810102" sldId="444"/>
        </pc:sldMkLst>
      </pc:sldChg>
      <pc:sldChg chg="del">
        <pc:chgData name="王 zebra" userId="512e36ef2895e492" providerId="LiveId" clId="{94C061B3-EB52-4803-AA9D-D7A0F1BCE80A}" dt="2023-12-20T11:29:18.592" v="87" actId="47"/>
        <pc:sldMkLst>
          <pc:docMk/>
          <pc:sldMk cId="3182736396" sldId="446"/>
        </pc:sldMkLst>
      </pc:sldChg>
      <pc:sldChg chg="del">
        <pc:chgData name="王 zebra" userId="512e36ef2895e492" providerId="LiveId" clId="{94C061B3-EB52-4803-AA9D-D7A0F1BCE80A}" dt="2023-12-20T11:29:28.140" v="89" actId="47"/>
        <pc:sldMkLst>
          <pc:docMk/>
          <pc:sldMk cId="606471430" sldId="447"/>
        </pc:sldMkLst>
      </pc:sldChg>
      <pc:sldChg chg="addSp delSp modSp add del mod delAnim modAnim">
        <pc:chgData name="王 zebra" userId="512e36ef2895e492" providerId="LiveId" clId="{94C061B3-EB52-4803-AA9D-D7A0F1BCE80A}" dt="2023-12-21T12:16:17.144" v="6471"/>
        <pc:sldMkLst>
          <pc:docMk/>
          <pc:sldMk cId="1721574230" sldId="460"/>
        </pc:sldMkLst>
        <pc:spChg chg="mod">
          <ac:chgData name="王 zebra" userId="512e36ef2895e492" providerId="LiveId" clId="{94C061B3-EB52-4803-AA9D-D7A0F1BCE80A}" dt="2023-12-20T11:31:05.615" v="141" actId="20577"/>
          <ac:spMkLst>
            <pc:docMk/>
            <pc:sldMk cId="1721574230" sldId="460"/>
            <ac:spMk id="2" creationId="{95648C1A-9302-4744-8637-3D0075A57977}"/>
          </ac:spMkLst>
        </pc:spChg>
        <pc:spChg chg="del mod">
          <ac:chgData name="王 zebra" userId="512e36ef2895e492" providerId="LiveId" clId="{94C061B3-EB52-4803-AA9D-D7A0F1BCE80A}" dt="2023-12-20T11:32:46.727" v="227" actId="478"/>
          <ac:spMkLst>
            <pc:docMk/>
            <pc:sldMk cId="1721574230" sldId="460"/>
            <ac:spMk id="6" creationId="{F7950E30-91B3-4661-B768-D88BE9CE9C0F}"/>
          </ac:spMkLst>
        </pc:spChg>
        <pc:spChg chg="del mod">
          <ac:chgData name="王 zebra" userId="512e36ef2895e492" providerId="LiveId" clId="{94C061B3-EB52-4803-AA9D-D7A0F1BCE80A}" dt="2023-12-20T11:32:47.983" v="228" actId="478"/>
          <ac:spMkLst>
            <pc:docMk/>
            <pc:sldMk cId="1721574230" sldId="460"/>
            <ac:spMk id="10" creationId="{CEE6698B-7351-4A8E-8D18-B6EEA6B8D827}"/>
          </ac:spMkLst>
        </pc:spChg>
        <pc:spChg chg="del">
          <ac:chgData name="王 zebra" userId="512e36ef2895e492" providerId="LiveId" clId="{94C061B3-EB52-4803-AA9D-D7A0F1BCE80A}" dt="2023-12-20T11:32:49.097" v="229" actId="478"/>
          <ac:spMkLst>
            <pc:docMk/>
            <pc:sldMk cId="1721574230" sldId="460"/>
            <ac:spMk id="16" creationId="{852BEEAA-F855-4C3E-BFA5-2199BDB050EC}"/>
          </ac:spMkLst>
        </pc:spChg>
        <pc:spChg chg="del">
          <ac:chgData name="王 zebra" userId="512e36ef2895e492" providerId="LiveId" clId="{94C061B3-EB52-4803-AA9D-D7A0F1BCE80A}" dt="2023-12-20T11:32:46.727" v="227" actId="478"/>
          <ac:spMkLst>
            <pc:docMk/>
            <pc:sldMk cId="1721574230" sldId="460"/>
            <ac:spMk id="17" creationId="{1D9A5ABC-F983-4B43-8DE4-B3198CCCAD60}"/>
          </ac:spMkLst>
        </pc:spChg>
        <pc:spChg chg="add mod">
          <ac:chgData name="王 zebra" userId="512e36ef2895e492" providerId="LiveId" clId="{94C061B3-EB52-4803-AA9D-D7A0F1BCE80A}" dt="2023-12-21T11:54:28.071" v="6361" actId="5793"/>
          <ac:spMkLst>
            <pc:docMk/>
            <pc:sldMk cId="1721574230" sldId="460"/>
            <ac:spMk id="23" creationId="{D4654109-3BAD-4B33-A80D-7B179C6EEFC1}"/>
          </ac:spMkLst>
        </pc:spChg>
        <pc:spChg chg="mod">
          <ac:chgData name="王 zebra" userId="512e36ef2895e492" providerId="LiveId" clId="{94C061B3-EB52-4803-AA9D-D7A0F1BCE80A}" dt="2023-12-20T11:37:41.621" v="570"/>
          <ac:spMkLst>
            <pc:docMk/>
            <pc:sldMk cId="1721574230" sldId="460"/>
            <ac:spMk id="25" creationId="{C94870CC-F2A3-420E-B35E-F13D89516C02}"/>
          </ac:spMkLst>
        </pc:spChg>
        <pc:spChg chg="del">
          <ac:chgData name="王 zebra" userId="512e36ef2895e492" providerId="LiveId" clId="{94C061B3-EB52-4803-AA9D-D7A0F1BCE80A}" dt="2023-12-20T11:31:58.369" v="145" actId="478"/>
          <ac:spMkLst>
            <pc:docMk/>
            <pc:sldMk cId="1721574230" sldId="460"/>
            <ac:spMk id="29" creationId="{3A507E2D-7A34-45A4-BE99-884F0C700C21}"/>
          </ac:spMkLst>
        </pc:spChg>
        <pc:spChg chg="del">
          <ac:chgData name="王 zebra" userId="512e36ef2895e492" providerId="LiveId" clId="{94C061B3-EB52-4803-AA9D-D7A0F1BCE80A}" dt="2023-12-20T11:32:39.767" v="223" actId="478"/>
          <ac:spMkLst>
            <pc:docMk/>
            <pc:sldMk cId="1721574230" sldId="460"/>
            <ac:spMk id="30" creationId="{9A2B5048-7489-4D44-8898-5D48D328BFC5}"/>
          </ac:spMkLst>
        </pc:spChg>
        <pc:spChg chg="del">
          <ac:chgData name="王 zebra" userId="512e36ef2895e492" providerId="LiveId" clId="{94C061B3-EB52-4803-AA9D-D7A0F1BCE80A}" dt="2023-12-20T11:32:41.526" v="224" actId="478"/>
          <ac:spMkLst>
            <pc:docMk/>
            <pc:sldMk cId="1721574230" sldId="460"/>
            <ac:spMk id="31" creationId="{9E10CF82-CC9C-4C2B-80CC-2A875DFDB2C3}"/>
          </ac:spMkLst>
        </pc:spChg>
        <pc:spChg chg="mod">
          <ac:chgData name="王 zebra" userId="512e36ef2895e492" providerId="LiveId" clId="{94C061B3-EB52-4803-AA9D-D7A0F1BCE80A}" dt="2023-12-20T11:37:41.621" v="570"/>
          <ac:spMkLst>
            <pc:docMk/>
            <pc:sldMk cId="1721574230" sldId="460"/>
            <ac:spMk id="33" creationId="{C1966051-C5EB-441E-BE27-559C3893F29E}"/>
          </ac:spMkLst>
        </pc:spChg>
        <pc:spChg chg="add mod ord">
          <ac:chgData name="王 zebra" userId="512e36ef2895e492" providerId="LiveId" clId="{94C061B3-EB52-4803-AA9D-D7A0F1BCE80A}" dt="2023-12-21T12:15:49.413" v="6455" actId="1036"/>
          <ac:spMkLst>
            <pc:docMk/>
            <pc:sldMk cId="1721574230" sldId="460"/>
            <ac:spMk id="34" creationId="{836ECB59-A66B-4F64-A930-3BFB58E56E31}"/>
          </ac:spMkLst>
        </pc:spChg>
        <pc:spChg chg="add mod">
          <ac:chgData name="王 zebra" userId="512e36ef2895e492" providerId="LiveId" clId="{94C061B3-EB52-4803-AA9D-D7A0F1BCE80A}" dt="2023-12-21T12:16:17.144" v="6471"/>
          <ac:spMkLst>
            <pc:docMk/>
            <pc:sldMk cId="1721574230" sldId="460"/>
            <ac:spMk id="35" creationId="{FF77DA80-4DC8-40A0-A836-D52ADF0D6B9F}"/>
          </ac:spMkLst>
        </pc:spChg>
        <pc:spChg chg="del">
          <ac:chgData name="王 zebra" userId="512e36ef2895e492" providerId="LiveId" clId="{94C061B3-EB52-4803-AA9D-D7A0F1BCE80A}" dt="2023-12-20T11:31:54.683" v="142" actId="478"/>
          <ac:spMkLst>
            <pc:docMk/>
            <pc:sldMk cId="1721574230" sldId="460"/>
            <ac:spMk id="36" creationId="{109CF31D-6D64-48B3-943A-660624F5BB14}"/>
          </ac:spMkLst>
        </pc:spChg>
        <pc:spChg chg="del">
          <ac:chgData name="王 zebra" userId="512e36ef2895e492" providerId="LiveId" clId="{94C061B3-EB52-4803-AA9D-D7A0F1BCE80A}" dt="2023-12-20T11:32:43.641" v="226" actId="478"/>
          <ac:spMkLst>
            <pc:docMk/>
            <pc:sldMk cId="1721574230" sldId="460"/>
            <ac:spMk id="37" creationId="{94D25466-8BDD-4369-94AF-0A3B967C819D}"/>
          </ac:spMkLst>
        </pc:spChg>
        <pc:grpChg chg="del">
          <ac:chgData name="王 zebra" userId="512e36ef2895e492" providerId="LiveId" clId="{94C061B3-EB52-4803-AA9D-D7A0F1BCE80A}" dt="2023-12-20T11:32:02.955" v="147" actId="478"/>
          <ac:grpSpMkLst>
            <pc:docMk/>
            <pc:sldMk cId="1721574230" sldId="460"/>
            <ac:grpSpMk id="21" creationId="{EAAD919B-98A0-45AA-93D4-2148D86ECC46}"/>
          </ac:grpSpMkLst>
        </pc:grpChg>
        <pc:grpChg chg="del mod">
          <ac:chgData name="王 zebra" userId="512e36ef2895e492" providerId="LiveId" clId="{94C061B3-EB52-4803-AA9D-D7A0F1BCE80A}" dt="2023-12-20T11:32:00.569" v="146" actId="478"/>
          <ac:grpSpMkLst>
            <pc:docMk/>
            <pc:sldMk cId="1721574230" sldId="460"/>
            <ac:grpSpMk id="22" creationId="{65C29880-5B3D-47D4-902C-A223DF1DE2D1}"/>
          </ac:grpSpMkLst>
        </pc:grpChg>
        <pc:grpChg chg="add del mod">
          <ac:chgData name="王 zebra" userId="512e36ef2895e492" providerId="LiveId" clId="{94C061B3-EB52-4803-AA9D-D7A0F1BCE80A}" dt="2023-12-20T11:37:42.269" v="571"/>
          <ac:grpSpMkLst>
            <pc:docMk/>
            <pc:sldMk cId="1721574230" sldId="460"/>
            <ac:grpSpMk id="24" creationId="{09C0FFEB-9B2C-4621-8F54-8E9EE9B99198}"/>
          </ac:grpSpMkLst>
        </pc:grpChg>
        <pc:cxnChg chg="add del mod">
          <ac:chgData name="王 zebra" userId="512e36ef2895e492" providerId="LiveId" clId="{94C061B3-EB52-4803-AA9D-D7A0F1BCE80A}" dt="2023-12-20T11:41:00.315" v="668" actId="11529"/>
          <ac:cxnSpMkLst>
            <pc:docMk/>
            <pc:sldMk cId="1721574230" sldId="460"/>
            <ac:cxnSpMk id="5" creationId="{17D8EA53-1338-4962-93B0-D1DFDE65105D}"/>
          </ac:cxnSpMkLst>
        </pc:cxnChg>
        <pc:cxnChg chg="del">
          <ac:chgData name="王 zebra" userId="512e36ef2895e492" providerId="LiveId" clId="{94C061B3-EB52-4803-AA9D-D7A0F1BCE80A}" dt="2023-12-20T11:32:46.727" v="227" actId="478"/>
          <ac:cxnSpMkLst>
            <pc:docMk/>
            <pc:sldMk cId="1721574230" sldId="460"/>
            <ac:cxnSpMk id="20" creationId="{6B03E0B3-D31B-4F70-B301-E3024FB0EB80}"/>
          </ac:cxnSpMkLst>
        </pc:cxnChg>
        <pc:cxnChg chg="mod">
          <ac:chgData name="王 zebra" userId="512e36ef2895e492" providerId="LiveId" clId="{94C061B3-EB52-4803-AA9D-D7A0F1BCE80A}" dt="2023-12-20T11:37:41.621" v="570"/>
          <ac:cxnSpMkLst>
            <pc:docMk/>
            <pc:sldMk cId="1721574230" sldId="460"/>
            <ac:cxnSpMk id="26" creationId="{53AF0F5C-1BFD-40B2-8F60-69FF9742661B}"/>
          </ac:cxnSpMkLst>
        </pc:cxnChg>
        <pc:cxnChg chg="del">
          <ac:chgData name="王 zebra" userId="512e36ef2895e492" providerId="LiveId" clId="{94C061B3-EB52-4803-AA9D-D7A0F1BCE80A}" dt="2023-12-20T11:32:42.786" v="225" actId="478"/>
          <ac:cxnSpMkLst>
            <pc:docMk/>
            <pc:sldMk cId="1721574230" sldId="460"/>
            <ac:cxnSpMk id="32" creationId="{EEBB37D5-C324-476E-81D6-77E04A46A74B}"/>
          </ac:cxnSpMkLst>
        </pc:cxnChg>
      </pc:sldChg>
      <pc:sldChg chg="del">
        <pc:chgData name="王 zebra" userId="512e36ef2895e492" providerId="LiveId" clId="{94C061B3-EB52-4803-AA9D-D7A0F1BCE80A}" dt="2023-12-20T11:29:25.099" v="88" actId="47"/>
        <pc:sldMkLst>
          <pc:docMk/>
          <pc:sldMk cId="4250171104" sldId="465"/>
        </pc:sldMkLst>
      </pc:sldChg>
      <pc:sldChg chg="del">
        <pc:chgData name="王 zebra" userId="512e36ef2895e492" providerId="LiveId" clId="{94C061B3-EB52-4803-AA9D-D7A0F1BCE80A}" dt="2023-12-20T11:29:17.455" v="86" actId="47"/>
        <pc:sldMkLst>
          <pc:docMk/>
          <pc:sldMk cId="2209008658" sldId="467"/>
        </pc:sldMkLst>
      </pc:sldChg>
      <pc:sldChg chg="del">
        <pc:chgData name="王 zebra" userId="512e36ef2895e492" providerId="LiveId" clId="{94C061B3-EB52-4803-AA9D-D7A0F1BCE80A}" dt="2023-12-20T11:29:11.643" v="83" actId="47"/>
        <pc:sldMkLst>
          <pc:docMk/>
          <pc:sldMk cId="1679143418" sldId="483"/>
        </pc:sldMkLst>
      </pc:sldChg>
      <pc:sldChg chg="del">
        <pc:chgData name="王 zebra" userId="512e36ef2895e492" providerId="LiveId" clId="{94C061B3-EB52-4803-AA9D-D7A0F1BCE80A}" dt="2023-12-20T11:29:29.755" v="91" actId="47"/>
        <pc:sldMkLst>
          <pc:docMk/>
          <pc:sldMk cId="2160220265" sldId="484"/>
        </pc:sldMkLst>
      </pc:sldChg>
      <pc:sldChg chg="add del">
        <pc:chgData name="王 zebra" userId="512e36ef2895e492" providerId="LiveId" clId="{94C061B3-EB52-4803-AA9D-D7A0F1BCE80A}" dt="2023-12-20T11:29:07.951" v="81" actId="47"/>
        <pc:sldMkLst>
          <pc:docMk/>
          <pc:sldMk cId="2374816464" sldId="485"/>
        </pc:sldMkLst>
      </pc:sldChg>
      <pc:sldChg chg="add del">
        <pc:chgData name="王 zebra" userId="512e36ef2895e492" providerId="LiveId" clId="{94C061B3-EB52-4803-AA9D-D7A0F1BCE80A}" dt="2023-12-20T11:29:08.521" v="82" actId="47"/>
        <pc:sldMkLst>
          <pc:docMk/>
          <pc:sldMk cId="3411198883" sldId="486"/>
        </pc:sldMkLst>
      </pc:sldChg>
      <pc:sldChg chg="add del">
        <pc:chgData name="王 zebra" userId="512e36ef2895e492" providerId="LiveId" clId="{94C061B3-EB52-4803-AA9D-D7A0F1BCE80A}" dt="2023-12-20T11:29:06.648" v="80" actId="47"/>
        <pc:sldMkLst>
          <pc:docMk/>
          <pc:sldMk cId="3502967936" sldId="488"/>
        </pc:sldMkLst>
      </pc:sldChg>
      <pc:sldChg chg="del">
        <pc:chgData name="王 zebra" userId="512e36ef2895e492" providerId="LiveId" clId="{94C061B3-EB52-4803-AA9D-D7A0F1BCE80A}" dt="2023-12-20T11:29:12.421" v="84" actId="47"/>
        <pc:sldMkLst>
          <pc:docMk/>
          <pc:sldMk cId="920267711" sldId="489"/>
        </pc:sldMkLst>
      </pc:sldChg>
      <pc:sldChg chg="del">
        <pc:chgData name="王 zebra" userId="512e36ef2895e492" providerId="LiveId" clId="{94C061B3-EB52-4803-AA9D-D7A0F1BCE80A}" dt="2023-12-20T11:30:04.341" v="102" actId="47"/>
        <pc:sldMkLst>
          <pc:docMk/>
          <pc:sldMk cId="2567775049" sldId="491"/>
        </pc:sldMkLst>
      </pc:sldChg>
      <pc:sldChg chg="add del">
        <pc:chgData name="王 zebra" userId="512e36ef2895e492" providerId="LiveId" clId="{94C061B3-EB52-4803-AA9D-D7A0F1BCE80A}" dt="2023-12-20T11:30:48.403" v="105" actId="47"/>
        <pc:sldMkLst>
          <pc:docMk/>
          <pc:sldMk cId="3256348990" sldId="492"/>
        </pc:sldMkLst>
      </pc:sldChg>
      <pc:sldChg chg="del">
        <pc:chgData name="王 zebra" userId="512e36ef2895e492" providerId="LiveId" clId="{94C061B3-EB52-4803-AA9D-D7A0F1BCE80A}" dt="2023-12-20T11:29:29.209" v="90" actId="47"/>
        <pc:sldMkLst>
          <pc:docMk/>
          <pc:sldMk cId="306139200" sldId="493"/>
        </pc:sldMkLst>
      </pc:sldChg>
      <pc:sldChg chg="del">
        <pc:chgData name="王 zebra" userId="512e36ef2895e492" providerId="LiveId" clId="{94C061B3-EB52-4803-AA9D-D7A0F1BCE80A}" dt="2023-12-20T11:30:05.493" v="103" actId="47"/>
        <pc:sldMkLst>
          <pc:docMk/>
          <pc:sldMk cId="551316623" sldId="494"/>
        </pc:sldMkLst>
      </pc:sldChg>
      <pc:sldChg chg="addSp delSp modSp add del mod ord">
        <pc:chgData name="王 zebra" userId="512e36ef2895e492" providerId="LiveId" clId="{94C061B3-EB52-4803-AA9D-D7A0F1BCE80A}" dt="2023-12-21T12:16:32.107" v="6498" actId="20577"/>
        <pc:sldMkLst>
          <pc:docMk/>
          <pc:sldMk cId="2657799884" sldId="495"/>
        </pc:sldMkLst>
        <pc:spChg chg="mod">
          <ac:chgData name="王 zebra" userId="512e36ef2895e492" providerId="LiveId" clId="{94C061B3-EB52-4803-AA9D-D7A0F1BCE80A}" dt="2023-12-20T11:57:32.459" v="1142" actId="20577"/>
          <ac:spMkLst>
            <pc:docMk/>
            <pc:sldMk cId="2657799884" sldId="495"/>
            <ac:spMk id="2" creationId="{95648C1A-9302-4744-8637-3D0075A57977}"/>
          </ac:spMkLst>
        </pc:spChg>
        <pc:spChg chg="add del">
          <ac:chgData name="王 zebra" userId="512e36ef2895e492" providerId="LiveId" clId="{94C061B3-EB52-4803-AA9D-D7A0F1BCE80A}" dt="2023-12-20T11:47:33.403" v="1085"/>
          <ac:spMkLst>
            <pc:docMk/>
            <pc:sldMk cId="2657799884" sldId="495"/>
            <ac:spMk id="4" creationId="{5B51A4D4-3B1C-4BA3-A2E7-C95D5F514C09}"/>
          </ac:spMkLst>
        </pc:spChg>
        <pc:spChg chg="del">
          <ac:chgData name="王 zebra" userId="512e36ef2895e492" providerId="LiveId" clId="{94C061B3-EB52-4803-AA9D-D7A0F1BCE80A}" dt="2023-12-20T11:45:28.127" v="930" actId="478"/>
          <ac:spMkLst>
            <pc:docMk/>
            <pc:sldMk cId="2657799884" sldId="495"/>
            <ac:spMk id="6" creationId="{A3A2BE86-8780-4F94-AE04-FE4546DE2781}"/>
          </ac:spMkLst>
        </pc:spChg>
        <pc:spChg chg="add mod">
          <ac:chgData name="王 zebra" userId="512e36ef2895e492" providerId="LiveId" clId="{94C061B3-EB52-4803-AA9D-D7A0F1BCE80A}" dt="2023-12-21T11:34:06.858" v="5464" actId="20577"/>
          <ac:spMkLst>
            <pc:docMk/>
            <pc:sldMk cId="2657799884" sldId="495"/>
            <ac:spMk id="9" creationId="{F654DA7C-22F9-4350-9B3D-32E4CE22BC35}"/>
          </ac:spMkLst>
        </pc:spChg>
        <pc:spChg chg="add mod">
          <ac:chgData name="王 zebra" userId="512e36ef2895e492" providerId="LiveId" clId="{94C061B3-EB52-4803-AA9D-D7A0F1BCE80A}" dt="2023-12-21T12:16:32.107" v="6498" actId="20577"/>
          <ac:spMkLst>
            <pc:docMk/>
            <pc:sldMk cId="2657799884" sldId="495"/>
            <ac:spMk id="10" creationId="{17A6E888-A426-4C27-A62C-8B91CD6AFE9A}"/>
          </ac:spMkLst>
        </pc:spChg>
        <pc:spChg chg="del mod">
          <ac:chgData name="王 zebra" userId="512e36ef2895e492" providerId="LiveId" clId="{94C061B3-EB52-4803-AA9D-D7A0F1BCE80A}" dt="2023-12-20T11:47:41.287" v="1088" actId="478"/>
          <ac:spMkLst>
            <pc:docMk/>
            <pc:sldMk cId="2657799884" sldId="495"/>
            <ac:spMk id="24" creationId="{2E6F37BF-6FC2-4F1E-98EF-2B06C1267D1B}"/>
          </ac:spMkLst>
        </pc:spChg>
        <pc:picChg chg="add mod">
          <ac:chgData name="王 zebra" userId="512e36ef2895e492" providerId="LiveId" clId="{94C061B3-EB52-4803-AA9D-D7A0F1BCE80A}" dt="2023-12-20T11:47:44.323" v="1089" actId="1076"/>
          <ac:picMkLst>
            <pc:docMk/>
            <pc:sldMk cId="2657799884" sldId="495"/>
            <ac:picMk id="7" creationId="{DCB6F766-E2A7-4655-A341-9DAB7A5898C5}"/>
          </ac:picMkLst>
        </pc:picChg>
      </pc:sldChg>
      <pc:sldChg chg="del">
        <pc:chgData name="王 zebra" userId="512e36ef2895e492" providerId="LiveId" clId="{94C061B3-EB52-4803-AA9D-D7A0F1BCE80A}" dt="2023-12-20T11:30:00.456" v="100" actId="47"/>
        <pc:sldMkLst>
          <pc:docMk/>
          <pc:sldMk cId="1652975502" sldId="496"/>
        </pc:sldMkLst>
      </pc:sldChg>
      <pc:sldChg chg="del">
        <pc:chgData name="王 zebra" userId="512e36ef2895e492" providerId="LiveId" clId="{94C061B3-EB52-4803-AA9D-D7A0F1BCE80A}" dt="2023-12-20T11:30:01.496" v="101" actId="47"/>
        <pc:sldMkLst>
          <pc:docMk/>
          <pc:sldMk cId="817758118" sldId="497"/>
        </pc:sldMkLst>
      </pc:sldChg>
      <pc:sldChg chg="addSp delSp modSp mod delAnim modAnim">
        <pc:chgData name="王 zebra" userId="512e36ef2895e492" providerId="LiveId" clId="{94C061B3-EB52-4803-AA9D-D7A0F1BCE80A}" dt="2023-12-22T01:48:56.416" v="7715" actId="20577"/>
        <pc:sldMkLst>
          <pc:docMk/>
          <pc:sldMk cId="2753023899" sldId="498"/>
        </pc:sldMkLst>
        <pc:spChg chg="mod">
          <ac:chgData name="王 zebra" userId="512e36ef2895e492" providerId="LiveId" clId="{94C061B3-EB52-4803-AA9D-D7A0F1BCE80A}" dt="2023-12-22T01:48:56.416" v="7715" actId="20577"/>
          <ac:spMkLst>
            <pc:docMk/>
            <pc:sldMk cId="2753023899" sldId="498"/>
            <ac:spMk id="6" creationId="{A557366B-29FF-4A6D-B617-CF6AFCF041ED}"/>
          </ac:spMkLst>
        </pc:spChg>
        <pc:spChg chg="add mod">
          <ac:chgData name="王 zebra" userId="512e36ef2895e492" providerId="LiveId" clId="{94C061B3-EB52-4803-AA9D-D7A0F1BCE80A}" dt="2023-12-21T12:17:26.974" v="6552"/>
          <ac:spMkLst>
            <pc:docMk/>
            <pc:sldMk cId="2753023899" sldId="498"/>
            <ac:spMk id="7" creationId="{17AFB258-AC80-42B1-B0F7-012C44AE49F0}"/>
          </ac:spMkLst>
        </pc:spChg>
        <pc:spChg chg="del">
          <ac:chgData name="王 zebra" userId="512e36ef2895e492" providerId="LiveId" clId="{94C061B3-EB52-4803-AA9D-D7A0F1BCE80A}" dt="2023-12-20T13:20:06.290" v="3745" actId="478"/>
          <ac:spMkLst>
            <pc:docMk/>
            <pc:sldMk cId="2753023899" sldId="498"/>
            <ac:spMk id="9" creationId="{425259A0-C29A-4870-9868-B96610D466C6}"/>
          </ac:spMkLst>
        </pc:spChg>
      </pc:sldChg>
      <pc:sldChg chg="delSp modSp add del mod">
        <pc:chgData name="王 zebra" userId="512e36ef2895e492" providerId="LiveId" clId="{94C061B3-EB52-4803-AA9D-D7A0F1BCE80A}" dt="2023-12-20T11:48:34.005" v="1090" actId="47"/>
        <pc:sldMkLst>
          <pc:docMk/>
          <pc:sldMk cId="3402599715" sldId="499"/>
        </pc:sldMkLst>
        <pc:spChg chg="mod">
          <ac:chgData name="王 zebra" userId="512e36ef2895e492" providerId="LiveId" clId="{94C061B3-EB52-4803-AA9D-D7A0F1BCE80A}" dt="2023-12-20T11:45:17.509" v="928" actId="20577"/>
          <ac:spMkLst>
            <pc:docMk/>
            <pc:sldMk cId="3402599715" sldId="499"/>
            <ac:spMk id="2" creationId="{95648C1A-9302-4744-8637-3D0075A57977}"/>
          </ac:spMkLst>
        </pc:spChg>
        <pc:spChg chg="del">
          <ac:chgData name="王 zebra" userId="512e36ef2895e492" providerId="LiveId" clId="{94C061B3-EB52-4803-AA9D-D7A0F1BCE80A}" dt="2023-12-20T11:45:33.156" v="934" actId="478"/>
          <ac:spMkLst>
            <pc:docMk/>
            <pc:sldMk cId="3402599715" sldId="499"/>
            <ac:spMk id="6" creationId="{A3A2BE86-8780-4F94-AE04-FE4546DE2781}"/>
          </ac:spMkLst>
        </pc:spChg>
      </pc:sldChg>
      <pc:sldChg chg="addSp delSp modSp add del mod addCm delCm">
        <pc:chgData name="王 zebra" userId="512e36ef2895e492" providerId="LiveId" clId="{94C061B3-EB52-4803-AA9D-D7A0F1BCE80A}" dt="2023-12-21T12:16:36.887" v="6499"/>
        <pc:sldMkLst>
          <pc:docMk/>
          <pc:sldMk cId="2836899850" sldId="500"/>
        </pc:sldMkLst>
        <pc:spChg chg="mod">
          <ac:chgData name="王 zebra" userId="512e36ef2895e492" providerId="LiveId" clId="{94C061B3-EB52-4803-AA9D-D7A0F1BCE80A}" dt="2023-12-20T11:45:43.112" v="962" actId="20577"/>
          <ac:spMkLst>
            <pc:docMk/>
            <pc:sldMk cId="2836899850" sldId="500"/>
            <ac:spMk id="2" creationId="{95648C1A-9302-4744-8637-3D0075A57977}"/>
          </ac:spMkLst>
        </pc:spChg>
        <pc:spChg chg="del">
          <ac:chgData name="王 zebra" userId="512e36ef2895e492" providerId="LiveId" clId="{94C061B3-EB52-4803-AA9D-D7A0F1BCE80A}" dt="2023-12-20T11:45:31.399" v="933" actId="478"/>
          <ac:spMkLst>
            <pc:docMk/>
            <pc:sldMk cId="2836899850" sldId="500"/>
            <ac:spMk id="6" creationId="{A3A2BE86-8780-4F94-AE04-FE4546DE2781}"/>
          </ac:spMkLst>
        </pc:spChg>
        <pc:spChg chg="add mod">
          <ac:chgData name="王 zebra" userId="512e36ef2895e492" providerId="LiveId" clId="{94C061B3-EB52-4803-AA9D-D7A0F1BCE80A}" dt="2023-12-21T07:56:15.126" v="3920" actId="1076"/>
          <ac:spMkLst>
            <pc:docMk/>
            <pc:sldMk cId="2836899850" sldId="500"/>
            <ac:spMk id="8" creationId="{576A7F4C-75A6-4F2A-9BFC-1C6061870D2D}"/>
          </ac:spMkLst>
        </pc:spChg>
        <pc:spChg chg="add del mod">
          <ac:chgData name="王 zebra" userId="512e36ef2895e492" providerId="LiveId" clId="{94C061B3-EB52-4803-AA9D-D7A0F1BCE80A}" dt="2023-12-21T07:56:06.886" v="3919" actId="478"/>
          <ac:spMkLst>
            <pc:docMk/>
            <pc:sldMk cId="2836899850" sldId="500"/>
            <ac:spMk id="9" creationId="{2FFF6805-3EDA-4E28-A0BD-054754DED448}"/>
          </ac:spMkLst>
        </pc:spChg>
        <pc:spChg chg="add mod">
          <ac:chgData name="王 zebra" userId="512e36ef2895e492" providerId="LiveId" clId="{94C061B3-EB52-4803-AA9D-D7A0F1BCE80A}" dt="2023-12-21T07:59:41.295" v="4160" actId="20577"/>
          <ac:spMkLst>
            <pc:docMk/>
            <pc:sldMk cId="2836899850" sldId="500"/>
            <ac:spMk id="10" creationId="{7FE3DB61-B46B-4EDB-834C-F27EB346BF7C}"/>
          </ac:spMkLst>
        </pc:spChg>
        <pc:spChg chg="add mod">
          <ac:chgData name="王 zebra" userId="512e36ef2895e492" providerId="LiveId" clId="{94C061B3-EB52-4803-AA9D-D7A0F1BCE80A}" dt="2023-12-21T12:16:36.887" v="6499"/>
          <ac:spMkLst>
            <pc:docMk/>
            <pc:sldMk cId="2836899850" sldId="500"/>
            <ac:spMk id="11" creationId="{F8E01D21-AA8D-41CD-9204-282280CCF835}"/>
          </ac:spMkLst>
        </pc:spChg>
        <pc:spChg chg="del">
          <ac:chgData name="王 zebra" userId="512e36ef2895e492" providerId="LiveId" clId="{94C061B3-EB52-4803-AA9D-D7A0F1BCE80A}" dt="2023-12-21T07:55:45.646" v="3914" actId="478"/>
          <ac:spMkLst>
            <pc:docMk/>
            <pc:sldMk cId="2836899850" sldId="500"/>
            <ac:spMk id="24" creationId="{2E6F37BF-6FC2-4F1E-98EF-2B06C1267D1B}"/>
          </ac:spMkLst>
        </pc:spChg>
        <pc:picChg chg="add mod modCrop">
          <ac:chgData name="王 zebra" userId="512e36ef2895e492" providerId="LiveId" clId="{94C061B3-EB52-4803-AA9D-D7A0F1BCE80A}" dt="2023-12-21T07:56:15.126" v="3920" actId="1076"/>
          <ac:picMkLst>
            <pc:docMk/>
            <pc:sldMk cId="2836899850" sldId="500"/>
            <ac:picMk id="7" creationId="{F2CF1209-F0DD-4F7D-BA78-BD518C2B6CDA}"/>
          </ac:picMkLst>
        </pc:picChg>
      </pc:sldChg>
      <pc:sldChg chg="add del">
        <pc:chgData name="王 zebra" userId="512e36ef2895e492" providerId="LiveId" clId="{94C061B3-EB52-4803-AA9D-D7A0F1BCE80A}" dt="2023-12-20T11:45:53.343" v="964"/>
        <pc:sldMkLst>
          <pc:docMk/>
          <pc:sldMk cId="2163528667" sldId="501"/>
        </pc:sldMkLst>
      </pc:sldChg>
      <pc:sldChg chg="addSp delSp modSp add mod">
        <pc:chgData name="王 zebra" userId="512e36ef2895e492" providerId="LiveId" clId="{94C061B3-EB52-4803-AA9D-D7A0F1BCE80A}" dt="2023-12-21T12:16:38.142" v="6500"/>
        <pc:sldMkLst>
          <pc:docMk/>
          <pc:sldMk cId="2856257780" sldId="501"/>
        </pc:sldMkLst>
        <pc:spChg chg="mod">
          <ac:chgData name="王 zebra" userId="512e36ef2895e492" providerId="LiveId" clId="{94C061B3-EB52-4803-AA9D-D7A0F1BCE80A}" dt="2023-12-20T11:45:58.210" v="969" actId="20577"/>
          <ac:spMkLst>
            <pc:docMk/>
            <pc:sldMk cId="2856257780" sldId="501"/>
            <ac:spMk id="2" creationId="{95648C1A-9302-4744-8637-3D0075A57977}"/>
          </ac:spMkLst>
        </pc:spChg>
        <pc:spChg chg="add del">
          <ac:chgData name="王 zebra" userId="512e36ef2895e492" providerId="LiveId" clId="{94C061B3-EB52-4803-AA9D-D7A0F1BCE80A}" dt="2023-12-21T08:02:31.730" v="4419"/>
          <ac:spMkLst>
            <pc:docMk/>
            <pc:sldMk cId="2856257780" sldId="501"/>
            <ac:spMk id="4" creationId="{7756C4BA-7215-4CDA-B4C9-26833302F32E}"/>
          </ac:spMkLst>
        </pc:spChg>
        <pc:spChg chg="add del">
          <ac:chgData name="王 zebra" userId="512e36ef2895e492" providerId="LiveId" clId="{94C061B3-EB52-4803-AA9D-D7A0F1BCE80A}" dt="2023-12-21T08:02:36.154" v="4422"/>
          <ac:spMkLst>
            <pc:docMk/>
            <pc:sldMk cId="2856257780" sldId="501"/>
            <ac:spMk id="5" creationId="{5F85ACB5-4AD1-4EEB-BF23-A47ED624D3FC}"/>
          </ac:spMkLst>
        </pc:spChg>
        <pc:spChg chg="add mod">
          <ac:chgData name="王 zebra" userId="512e36ef2895e492" providerId="LiveId" clId="{94C061B3-EB52-4803-AA9D-D7A0F1BCE80A}" dt="2023-12-21T12:16:38.142" v="6500"/>
          <ac:spMkLst>
            <pc:docMk/>
            <pc:sldMk cId="2856257780" sldId="501"/>
            <ac:spMk id="9" creationId="{C5F75E9A-584B-407E-B1C6-AB90DE4523BC}"/>
          </ac:spMkLst>
        </pc:spChg>
        <pc:spChg chg="mod">
          <ac:chgData name="王 zebra" userId="512e36ef2895e492" providerId="LiveId" clId="{94C061B3-EB52-4803-AA9D-D7A0F1BCE80A}" dt="2023-12-21T11:10:01.458" v="4981" actId="14100"/>
          <ac:spMkLst>
            <pc:docMk/>
            <pc:sldMk cId="2856257780" sldId="501"/>
            <ac:spMk id="24" creationId="{2E6F37BF-6FC2-4F1E-98EF-2B06C1267D1B}"/>
          </ac:spMkLst>
        </pc:spChg>
        <pc:picChg chg="add mod modCrop">
          <ac:chgData name="王 zebra" userId="512e36ef2895e492" providerId="LiveId" clId="{94C061B3-EB52-4803-AA9D-D7A0F1BCE80A}" dt="2023-12-21T11:10:23.446" v="4987" actId="1076"/>
          <ac:picMkLst>
            <pc:docMk/>
            <pc:sldMk cId="2856257780" sldId="501"/>
            <ac:picMk id="7" creationId="{A182B4E9-5BF4-41D8-A1C3-44BAD22687C6}"/>
          </ac:picMkLst>
        </pc:picChg>
      </pc:sldChg>
      <pc:sldChg chg="addSp modSp add mod">
        <pc:chgData name="王 zebra" userId="512e36ef2895e492" providerId="LiveId" clId="{94C061B3-EB52-4803-AA9D-D7A0F1BCE80A}" dt="2023-12-21T12:16:40.534" v="6503"/>
        <pc:sldMkLst>
          <pc:docMk/>
          <pc:sldMk cId="2793642012" sldId="502"/>
        </pc:sldMkLst>
        <pc:spChg chg="mod">
          <ac:chgData name="王 zebra" userId="512e36ef2895e492" providerId="LiveId" clId="{94C061B3-EB52-4803-AA9D-D7A0F1BCE80A}" dt="2023-12-21T11:43:14.426" v="6150" actId="20577"/>
          <ac:spMkLst>
            <pc:docMk/>
            <pc:sldMk cId="2793642012" sldId="502"/>
            <ac:spMk id="2" creationId="{95648C1A-9302-4744-8637-3D0075A57977}"/>
          </ac:spMkLst>
        </pc:spChg>
        <pc:spChg chg="add mod">
          <ac:chgData name="王 zebra" userId="512e36ef2895e492" providerId="LiveId" clId="{94C061B3-EB52-4803-AA9D-D7A0F1BCE80A}" dt="2023-12-21T12:16:40.534" v="6503"/>
          <ac:spMkLst>
            <pc:docMk/>
            <pc:sldMk cId="2793642012" sldId="502"/>
            <ac:spMk id="5" creationId="{0BAAFB9F-4C9A-439B-8AE6-6A6F8000E890}"/>
          </ac:spMkLst>
        </pc:spChg>
        <pc:spChg chg="mod">
          <ac:chgData name="王 zebra" userId="512e36ef2895e492" providerId="LiveId" clId="{94C061B3-EB52-4803-AA9D-D7A0F1BCE80A}" dt="2023-12-21T11:46:03.250" v="6355" actId="207"/>
          <ac:spMkLst>
            <pc:docMk/>
            <pc:sldMk cId="2793642012" sldId="502"/>
            <ac:spMk id="24" creationId="{2E6F37BF-6FC2-4F1E-98EF-2B06C1267D1B}"/>
          </ac:spMkLst>
        </pc:spChg>
      </pc:sldChg>
      <pc:sldChg chg="addSp modSp add mod">
        <pc:chgData name="王 zebra" userId="512e36ef2895e492" providerId="LiveId" clId="{94C061B3-EB52-4803-AA9D-D7A0F1BCE80A}" dt="2023-12-22T01:31:40.150" v="7701" actId="20577"/>
        <pc:sldMkLst>
          <pc:docMk/>
          <pc:sldMk cId="90019510" sldId="503"/>
        </pc:sldMkLst>
        <pc:spChg chg="mod">
          <ac:chgData name="王 zebra" userId="512e36ef2895e492" providerId="LiveId" clId="{94C061B3-EB52-4803-AA9D-D7A0F1BCE80A}" dt="2023-12-20T11:46:40.061" v="1047" actId="20577"/>
          <ac:spMkLst>
            <pc:docMk/>
            <pc:sldMk cId="90019510" sldId="503"/>
            <ac:spMk id="2" creationId="{95648C1A-9302-4744-8637-3D0075A57977}"/>
          </ac:spMkLst>
        </pc:spChg>
        <pc:spChg chg="add mod">
          <ac:chgData name="王 zebra" userId="512e36ef2895e492" providerId="LiveId" clId="{94C061B3-EB52-4803-AA9D-D7A0F1BCE80A}" dt="2023-12-21T12:16:41.799" v="6504"/>
          <ac:spMkLst>
            <pc:docMk/>
            <pc:sldMk cId="90019510" sldId="503"/>
            <ac:spMk id="7" creationId="{964F8357-43AC-4BE2-B60D-6B20666A5514}"/>
          </ac:spMkLst>
        </pc:spChg>
        <pc:spChg chg="mod">
          <ac:chgData name="王 zebra" userId="512e36ef2895e492" providerId="LiveId" clId="{94C061B3-EB52-4803-AA9D-D7A0F1BCE80A}" dt="2023-12-22T01:31:40.150" v="7701" actId="20577"/>
          <ac:spMkLst>
            <pc:docMk/>
            <pc:sldMk cId="90019510" sldId="503"/>
            <ac:spMk id="24" creationId="{2E6F37BF-6FC2-4F1E-98EF-2B06C1267D1B}"/>
          </ac:spMkLst>
        </pc:spChg>
        <pc:picChg chg="add mod">
          <ac:chgData name="王 zebra" userId="512e36ef2895e492" providerId="LiveId" clId="{94C061B3-EB52-4803-AA9D-D7A0F1BCE80A}" dt="2023-12-21T11:26:56.918" v="5082" actId="1076"/>
          <ac:picMkLst>
            <pc:docMk/>
            <pc:sldMk cId="90019510" sldId="503"/>
            <ac:picMk id="5" creationId="{8080EEBA-17C7-485A-921F-6ECEEA471E5C}"/>
          </ac:picMkLst>
        </pc:picChg>
      </pc:sldChg>
      <pc:sldChg chg="addSp modSp add mod">
        <pc:chgData name="王 zebra" userId="512e36ef2895e492" providerId="LiveId" clId="{94C061B3-EB52-4803-AA9D-D7A0F1BCE80A}" dt="2023-12-21T13:09:36.616" v="7539" actId="27636"/>
        <pc:sldMkLst>
          <pc:docMk/>
          <pc:sldMk cId="2999078194" sldId="504"/>
        </pc:sldMkLst>
        <pc:spChg chg="mod">
          <ac:chgData name="王 zebra" userId="512e36ef2895e492" providerId="LiveId" clId="{94C061B3-EB52-4803-AA9D-D7A0F1BCE80A}" dt="2023-12-20T12:01:33.917" v="1257" actId="20577"/>
          <ac:spMkLst>
            <pc:docMk/>
            <pc:sldMk cId="2999078194" sldId="504"/>
            <ac:spMk id="2" creationId="{95648C1A-9302-4744-8637-3D0075A57977}"/>
          </ac:spMkLst>
        </pc:spChg>
        <pc:spChg chg="add mod">
          <ac:chgData name="王 zebra" userId="512e36ef2895e492" providerId="LiveId" clId="{94C061B3-EB52-4803-AA9D-D7A0F1BCE80A}" dt="2023-12-21T12:16:45.790" v="6507"/>
          <ac:spMkLst>
            <pc:docMk/>
            <pc:sldMk cId="2999078194" sldId="504"/>
            <ac:spMk id="7" creationId="{7B827CD6-3B53-465A-92C4-18A332EDD0BD}"/>
          </ac:spMkLst>
        </pc:spChg>
        <pc:spChg chg="mod">
          <ac:chgData name="王 zebra" userId="512e36ef2895e492" providerId="LiveId" clId="{94C061B3-EB52-4803-AA9D-D7A0F1BCE80A}" dt="2023-12-21T13:09:36.616" v="7539" actId="27636"/>
          <ac:spMkLst>
            <pc:docMk/>
            <pc:sldMk cId="2999078194" sldId="504"/>
            <ac:spMk id="24" creationId="{2E6F37BF-6FC2-4F1E-98EF-2B06C1267D1B}"/>
          </ac:spMkLst>
        </pc:spChg>
        <pc:picChg chg="add mod">
          <ac:chgData name="王 zebra" userId="512e36ef2895e492" providerId="LiveId" clId="{94C061B3-EB52-4803-AA9D-D7A0F1BCE80A}" dt="2023-12-20T12:02:39.634" v="1372" actId="1076"/>
          <ac:picMkLst>
            <pc:docMk/>
            <pc:sldMk cId="2999078194" sldId="504"/>
            <ac:picMk id="5" creationId="{6138DD0B-8824-4E83-8E8C-25DEE2E214D5}"/>
          </ac:picMkLst>
        </pc:picChg>
      </pc:sldChg>
      <pc:sldChg chg="addSp modSp add del ord">
        <pc:chgData name="王 zebra" userId="512e36ef2895e492" providerId="LiveId" clId="{94C061B3-EB52-4803-AA9D-D7A0F1BCE80A}" dt="2023-12-21T12:19:10.034" v="6568" actId="47"/>
        <pc:sldMkLst>
          <pc:docMk/>
          <pc:sldMk cId="1885520297" sldId="505"/>
        </pc:sldMkLst>
        <pc:spChg chg="add mod">
          <ac:chgData name="王 zebra" userId="512e36ef2895e492" providerId="LiveId" clId="{94C061B3-EB52-4803-AA9D-D7A0F1BCE80A}" dt="2023-12-21T12:16:38.879" v="6501"/>
          <ac:spMkLst>
            <pc:docMk/>
            <pc:sldMk cId="1885520297" sldId="505"/>
            <ac:spMk id="5" creationId="{1FE71635-CABE-4548-902D-A02EFB3CAE4E}"/>
          </ac:spMkLst>
        </pc:spChg>
      </pc:sldChg>
      <pc:sldChg chg="addSp delSp modSp add mod">
        <pc:chgData name="王 zebra" userId="512e36ef2895e492" providerId="LiveId" clId="{94C061B3-EB52-4803-AA9D-D7A0F1BCE80A}" dt="2023-12-21T12:53:42.174" v="7536" actId="20577"/>
        <pc:sldMkLst>
          <pc:docMk/>
          <pc:sldMk cId="1681769481" sldId="506"/>
        </pc:sldMkLst>
        <pc:spChg chg="mod">
          <ac:chgData name="王 zebra" userId="512e36ef2895e492" providerId="LiveId" clId="{94C061B3-EB52-4803-AA9D-D7A0F1BCE80A}" dt="2023-12-20T11:58:20.094" v="1191" actId="20577"/>
          <ac:spMkLst>
            <pc:docMk/>
            <pc:sldMk cId="1681769481" sldId="506"/>
            <ac:spMk id="2" creationId="{95648C1A-9302-4744-8637-3D0075A57977}"/>
          </ac:spMkLst>
        </pc:spChg>
        <pc:spChg chg="add mod">
          <ac:chgData name="王 zebra" userId="512e36ef2895e492" providerId="LiveId" clId="{94C061B3-EB52-4803-AA9D-D7A0F1BCE80A}" dt="2023-12-21T12:16:43.606" v="6505"/>
          <ac:spMkLst>
            <pc:docMk/>
            <pc:sldMk cId="1681769481" sldId="506"/>
            <ac:spMk id="7" creationId="{A9AE9A64-FA77-4E43-9C78-4ACDE8711DC9}"/>
          </ac:spMkLst>
        </pc:spChg>
        <pc:spChg chg="add mod">
          <ac:chgData name="王 zebra" userId="512e36ef2895e492" providerId="LiveId" clId="{94C061B3-EB52-4803-AA9D-D7A0F1BCE80A}" dt="2023-12-21T12:53:42.174" v="7536" actId="20577"/>
          <ac:spMkLst>
            <pc:docMk/>
            <pc:sldMk cId="1681769481" sldId="506"/>
            <ac:spMk id="8" creationId="{5014EDD4-77CD-40EF-BE53-B6ACAFEFD96B}"/>
          </ac:spMkLst>
        </pc:spChg>
        <pc:spChg chg="del">
          <ac:chgData name="王 zebra" userId="512e36ef2895e492" providerId="LiveId" clId="{94C061B3-EB52-4803-AA9D-D7A0F1BCE80A}" dt="2023-12-20T11:57:59.547" v="1146" actId="478"/>
          <ac:spMkLst>
            <pc:docMk/>
            <pc:sldMk cId="1681769481" sldId="506"/>
            <ac:spMk id="24" creationId="{2E6F37BF-6FC2-4F1E-98EF-2B06C1267D1B}"/>
          </ac:spMkLst>
        </pc:spChg>
        <pc:picChg chg="add mod">
          <ac:chgData name="王 zebra" userId="512e36ef2895e492" providerId="LiveId" clId="{94C061B3-EB52-4803-AA9D-D7A0F1BCE80A}" dt="2023-12-20T11:58:03.933" v="1148" actId="1076"/>
          <ac:picMkLst>
            <pc:docMk/>
            <pc:sldMk cId="1681769481" sldId="506"/>
            <ac:picMk id="5" creationId="{AD756838-B3CD-474C-A2CB-7E5E3D50498C}"/>
          </ac:picMkLst>
        </pc:picChg>
      </pc:sldChg>
      <pc:sldChg chg="addSp delSp modSp add del mod">
        <pc:chgData name="王 zebra" userId="512e36ef2895e492" providerId="LiveId" clId="{94C061B3-EB52-4803-AA9D-D7A0F1BCE80A}" dt="2023-12-21T13:14:08.735" v="7544" actId="2696"/>
        <pc:sldMkLst>
          <pc:docMk/>
          <pc:sldMk cId="2066964809" sldId="507"/>
        </pc:sldMkLst>
        <pc:spChg chg="mod">
          <ac:chgData name="王 zebra" userId="512e36ef2895e492" providerId="LiveId" clId="{94C061B3-EB52-4803-AA9D-D7A0F1BCE80A}" dt="2023-12-20T11:59:00.317" v="1233" actId="20577"/>
          <ac:spMkLst>
            <pc:docMk/>
            <pc:sldMk cId="2066964809" sldId="507"/>
            <ac:spMk id="2" creationId="{95648C1A-9302-4744-8637-3D0075A57977}"/>
          </ac:spMkLst>
        </pc:spChg>
        <pc:spChg chg="add del">
          <ac:chgData name="王 zebra" userId="512e36ef2895e492" providerId="LiveId" clId="{94C061B3-EB52-4803-AA9D-D7A0F1BCE80A}" dt="2023-12-20T11:58:44.965" v="1195"/>
          <ac:spMkLst>
            <pc:docMk/>
            <pc:sldMk cId="2066964809" sldId="507"/>
            <ac:spMk id="4" creationId="{91FEF2C2-590E-4E4F-9A8C-C85642DB1142}"/>
          </ac:spMkLst>
        </pc:spChg>
        <pc:spChg chg="add mod">
          <ac:chgData name="王 zebra" userId="512e36ef2895e492" providerId="LiveId" clId="{94C061B3-EB52-4803-AA9D-D7A0F1BCE80A}" dt="2023-12-21T12:16:44.928" v="6506"/>
          <ac:spMkLst>
            <pc:docMk/>
            <pc:sldMk cId="2066964809" sldId="507"/>
            <ac:spMk id="8" creationId="{EA1CD3DB-0938-4DD6-8C71-0F969669EB1B}"/>
          </ac:spMkLst>
        </pc:spChg>
        <pc:picChg chg="del">
          <ac:chgData name="王 zebra" userId="512e36ef2895e492" providerId="LiveId" clId="{94C061B3-EB52-4803-AA9D-D7A0F1BCE80A}" dt="2023-12-20T11:58:37.986" v="1193" actId="478"/>
          <ac:picMkLst>
            <pc:docMk/>
            <pc:sldMk cId="2066964809" sldId="507"/>
            <ac:picMk id="5" creationId="{AD756838-B3CD-474C-A2CB-7E5E3D50498C}"/>
          </ac:picMkLst>
        </pc:picChg>
        <pc:picChg chg="add">
          <ac:chgData name="王 zebra" userId="512e36ef2895e492" providerId="LiveId" clId="{94C061B3-EB52-4803-AA9D-D7A0F1BCE80A}" dt="2023-12-20T11:58:48.242" v="1196" actId="22"/>
          <ac:picMkLst>
            <pc:docMk/>
            <pc:sldMk cId="2066964809" sldId="507"/>
            <ac:picMk id="7" creationId="{B72ECB8D-FACF-4CCF-8A62-69A54ED26E27}"/>
          </ac:picMkLst>
        </pc:picChg>
      </pc:sldChg>
      <pc:sldChg chg="add">
        <pc:chgData name="王 zebra" userId="512e36ef2895e492" providerId="LiveId" clId="{94C061B3-EB52-4803-AA9D-D7A0F1BCE80A}" dt="2023-12-21T13:14:11.497" v="7545"/>
        <pc:sldMkLst>
          <pc:docMk/>
          <pc:sldMk cId="2429114865" sldId="507"/>
        </pc:sldMkLst>
      </pc:sldChg>
      <pc:sldChg chg="addSp delSp modSp add mod">
        <pc:chgData name="王 zebra" userId="512e36ef2895e492" providerId="LiveId" clId="{94C061B3-EB52-4803-AA9D-D7A0F1BCE80A}" dt="2023-12-21T13:09:27.898" v="7537" actId="404"/>
        <pc:sldMkLst>
          <pc:docMk/>
          <pc:sldMk cId="3064891410" sldId="508"/>
        </pc:sldMkLst>
        <pc:spChg chg="mod">
          <ac:chgData name="王 zebra" userId="512e36ef2895e492" providerId="LiveId" clId="{94C061B3-EB52-4803-AA9D-D7A0F1BCE80A}" dt="2023-12-20T12:07:10.676" v="1392" actId="20577"/>
          <ac:spMkLst>
            <pc:docMk/>
            <pc:sldMk cId="3064891410" sldId="508"/>
            <ac:spMk id="2" creationId="{95648C1A-9302-4744-8637-3D0075A57977}"/>
          </ac:spMkLst>
        </pc:spChg>
        <pc:spChg chg="add mod">
          <ac:chgData name="王 zebra" userId="512e36ef2895e492" providerId="LiveId" clId="{94C061B3-EB52-4803-AA9D-D7A0F1BCE80A}" dt="2023-12-21T12:16:47.351" v="6508"/>
          <ac:spMkLst>
            <pc:docMk/>
            <pc:sldMk cId="3064891410" sldId="508"/>
            <ac:spMk id="10" creationId="{D588C5DB-132D-4397-A104-484D09F10B33}"/>
          </ac:spMkLst>
        </pc:spChg>
        <pc:spChg chg="mod">
          <ac:chgData name="王 zebra" userId="512e36ef2895e492" providerId="LiveId" clId="{94C061B3-EB52-4803-AA9D-D7A0F1BCE80A}" dt="2023-12-21T13:09:27.898" v="7537" actId="404"/>
          <ac:spMkLst>
            <pc:docMk/>
            <pc:sldMk cId="3064891410" sldId="508"/>
            <ac:spMk id="24" creationId="{2E6F37BF-6FC2-4F1E-98EF-2B06C1267D1B}"/>
          </ac:spMkLst>
        </pc:spChg>
        <pc:picChg chg="del">
          <ac:chgData name="王 zebra" userId="512e36ef2895e492" providerId="LiveId" clId="{94C061B3-EB52-4803-AA9D-D7A0F1BCE80A}" dt="2023-12-20T12:07:12.664" v="1393" actId="478"/>
          <ac:picMkLst>
            <pc:docMk/>
            <pc:sldMk cId="3064891410" sldId="508"/>
            <ac:picMk id="5" creationId="{6138DD0B-8824-4E83-8E8C-25DEE2E214D5}"/>
          </ac:picMkLst>
        </pc:picChg>
        <pc:picChg chg="add mod">
          <ac:chgData name="王 zebra" userId="512e36ef2895e492" providerId="LiveId" clId="{94C061B3-EB52-4803-AA9D-D7A0F1BCE80A}" dt="2023-12-20T12:07:23.236" v="1395" actId="1076"/>
          <ac:picMkLst>
            <pc:docMk/>
            <pc:sldMk cId="3064891410" sldId="508"/>
            <ac:picMk id="6" creationId="{504A9A9B-92B6-4B02-9973-293551EC454F}"/>
          </ac:picMkLst>
        </pc:picChg>
        <pc:picChg chg="add del">
          <ac:chgData name="王 zebra" userId="512e36ef2895e492" providerId="LiveId" clId="{94C061B3-EB52-4803-AA9D-D7A0F1BCE80A}" dt="2023-12-20T12:07:42.592" v="1400" actId="22"/>
          <ac:picMkLst>
            <pc:docMk/>
            <pc:sldMk cId="3064891410" sldId="508"/>
            <ac:picMk id="8" creationId="{6C71C850-FBC7-401E-AFC2-A10BDF82A92D}"/>
          </ac:picMkLst>
        </pc:picChg>
      </pc:sldChg>
      <pc:sldChg chg="addSp delSp modSp add mod">
        <pc:chgData name="王 zebra" userId="512e36ef2895e492" providerId="LiveId" clId="{94C061B3-EB52-4803-AA9D-D7A0F1BCE80A}" dt="2023-12-21T12:16:48.470" v="6509"/>
        <pc:sldMkLst>
          <pc:docMk/>
          <pc:sldMk cId="2534281276" sldId="509"/>
        </pc:sldMkLst>
        <pc:spChg chg="mod">
          <ac:chgData name="王 zebra" userId="512e36ef2895e492" providerId="LiveId" clId="{94C061B3-EB52-4803-AA9D-D7A0F1BCE80A}" dt="2023-12-20T12:21:38.008" v="1738" actId="20577"/>
          <ac:spMkLst>
            <pc:docMk/>
            <pc:sldMk cId="2534281276" sldId="509"/>
            <ac:spMk id="2" creationId="{95648C1A-9302-4744-8637-3D0075A57977}"/>
          </ac:spMkLst>
        </pc:spChg>
        <pc:spChg chg="add mod">
          <ac:chgData name="王 zebra" userId="512e36ef2895e492" providerId="LiveId" clId="{94C061B3-EB52-4803-AA9D-D7A0F1BCE80A}" dt="2023-12-21T12:16:48.470" v="6509"/>
          <ac:spMkLst>
            <pc:docMk/>
            <pc:sldMk cId="2534281276" sldId="509"/>
            <ac:spMk id="10" creationId="{2D1FDBE8-CD7F-4B73-80E0-3210C47A63D5}"/>
          </ac:spMkLst>
        </pc:spChg>
        <pc:spChg chg="mod">
          <ac:chgData name="王 zebra" userId="512e36ef2895e492" providerId="LiveId" clId="{94C061B3-EB52-4803-AA9D-D7A0F1BCE80A}" dt="2023-12-20T12:21:07.831" v="1723" actId="20577"/>
          <ac:spMkLst>
            <pc:docMk/>
            <pc:sldMk cId="2534281276" sldId="509"/>
            <ac:spMk id="24" creationId="{2E6F37BF-6FC2-4F1E-98EF-2B06C1267D1B}"/>
          </ac:spMkLst>
        </pc:spChg>
        <pc:picChg chg="add del mod">
          <ac:chgData name="王 zebra" userId="512e36ef2895e492" providerId="LiveId" clId="{94C061B3-EB52-4803-AA9D-D7A0F1BCE80A}" dt="2023-12-20T12:19:49.017" v="1526" actId="478"/>
          <ac:picMkLst>
            <pc:docMk/>
            <pc:sldMk cId="2534281276" sldId="509"/>
            <ac:picMk id="5" creationId="{4D4F33D0-258A-4FAB-9BC4-2E7CF99C40C1}"/>
          </ac:picMkLst>
        </pc:picChg>
        <pc:picChg chg="del">
          <ac:chgData name="王 zebra" userId="512e36ef2895e492" providerId="LiveId" clId="{94C061B3-EB52-4803-AA9D-D7A0F1BCE80A}" dt="2023-12-20T12:18:09.274" v="1426" actId="478"/>
          <ac:picMkLst>
            <pc:docMk/>
            <pc:sldMk cId="2534281276" sldId="509"/>
            <ac:picMk id="6" creationId="{504A9A9B-92B6-4B02-9973-293551EC454F}"/>
          </ac:picMkLst>
        </pc:picChg>
        <pc:picChg chg="add">
          <ac:chgData name="王 zebra" userId="512e36ef2895e492" providerId="LiveId" clId="{94C061B3-EB52-4803-AA9D-D7A0F1BCE80A}" dt="2023-12-20T12:19:49.365" v="1527" actId="22"/>
          <ac:picMkLst>
            <pc:docMk/>
            <pc:sldMk cId="2534281276" sldId="509"/>
            <ac:picMk id="8" creationId="{91CA5F44-A66C-4997-869E-7A75E5D6E8C5}"/>
          </ac:picMkLst>
        </pc:picChg>
      </pc:sldChg>
      <pc:sldChg chg="add">
        <pc:chgData name="王 zebra" userId="512e36ef2895e492" providerId="LiveId" clId="{94C061B3-EB52-4803-AA9D-D7A0F1BCE80A}" dt="2023-12-20T12:19:31.175" v="1525"/>
        <pc:sldMkLst>
          <pc:docMk/>
          <pc:sldMk cId="3993588904" sldId="510"/>
        </pc:sldMkLst>
      </pc:sldChg>
      <pc:sldChg chg="add del">
        <pc:chgData name="王 zebra" userId="512e36ef2895e492" providerId="LiveId" clId="{94C061B3-EB52-4803-AA9D-D7A0F1BCE80A}" dt="2023-12-20T12:26:52.995" v="1741" actId="47"/>
        <pc:sldMkLst>
          <pc:docMk/>
          <pc:sldMk cId="409895841" sldId="511"/>
        </pc:sldMkLst>
      </pc:sldChg>
      <pc:sldChg chg="addSp delSp modSp add del mod">
        <pc:chgData name="王 zebra" userId="512e36ef2895e492" providerId="LiveId" clId="{94C061B3-EB52-4803-AA9D-D7A0F1BCE80A}" dt="2023-12-20T12:33:50.975" v="1931" actId="47"/>
        <pc:sldMkLst>
          <pc:docMk/>
          <pc:sldMk cId="661625409" sldId="512"/>
        </pc:sldMkLst>
        <pc:spChg chg="mod">
          <ac:chgData name="王 zebra" userId="512e36ef2895e492" providerId="LiveId" clId="{94C061B3-EB52-4803-AA9D-D7A0F1BCE80A}" dt="2023-12-20T12:27:34.235" v="1813" actId="20577"/>
          <ac:spMkLst>
            <pc:docMk/>
            <pc:sldMk cId="661625409" sldId="512"/>
            <ac:spMk id="2" creationId="{95648C1A-9302-4744-8637-3D0075A57977}"/>
          </ac:spMkLst>
        </pc:spChg>
        <pc:spChg chg="add del mod">
          <ac:chgData name="王 zebra" userId="512e36ef2895e492" providerId="LiveId" clId="{94C061B3-EB52-4803-AA9D-D7A0F1BCE80A}" dt="2023-12-20T12:28:39.351" v="1877" actId="20577"/>
          <ac:spMkLst>
            <pc:docMk/>
            <pc:sldMk cId="661625409" sldId="512"/>
            <ac:spMk id="6" creationId="{1E3B8F76-2040-47D0-8A27-B9BD03083E11}"/>
          </ac:spMkLst>
        </pc:spChg>
        <pc:spChg chg="del mod">
          <ac:chgData name="王 zebra" userId="512e36ef2895e492" providerId="LiveId" clId="{94C061B3-EB52-4803-AA9D-D7A0F1BCE80A}" dt="2023-12-20T12:26:59.239" v="1744" actId="478"/>
          <ac:spMkLst>
            <pc:docMk/>
            <pc:sldMk cId="661625409" sldId="512"/>
            <ac:spMk id="24" creationId="{2E6F37BF-6FC2-4F1E-98EF-2B06C1267D1B}"/>
          </ac:spMkLst>
        </pc:spChg>
        <pc:picChg chg="add mod">
          <ac:chgData name="王 zebra" userId="512e36ef2895e492" providerId="LiveId" clId="{94C061B3-EB52-4803-AA9D-D7A0F1BCE80A}" dt="2023-12-20T12:28:18.169" v="1820" actId="1076"/>
          <ac:picMkLst>
            <pc:docMk/>
            <pc:sldMk cId="661625409" sldId="512"/>
            <ac:picMk id="5" creationId="{EA5614C6-833B-4474-96F0-7AE327639070}"/>
          </ac:picMkLst>
        </pc:picChg>
        <pc:picChg chg="del">
          <ac:chgData name="王 zebra" userId="512e36ef2895e492" providerId="LiveId" clId="{94C061B3-EB52-4803-AA9D-D7A0F1BCE80A}" dt="2023-12-20T12:26:57.250" v="1742" actId="478"/>
          <ac:picMkLst>
            <pc:docMk/>
            <pc:sldMk cId="661625409" sldId="512"/>
            <ac:picMk id="8" creationId="{91CA5F44-A66C-4997-869E-7A75E5D6E8C5}"/>
          </ac:picMkLst>
        </pc:picChg>
      </pc:sldChg>
      <pc:sldChg chg="addSp delSp modSp add mod">
        <pc:chgData name="王 zebra" userId="512e36ef2895e492" providerId="LiveId" clId="{94C061B3-EB52-4803-AA9D-D7A0F1BCE80A}" dt="2023-12-21T12:17:09.352" v="6541" actId="14100"/>
        <pc:sldMkLst>
          <pc:docMk/>
          <pc:sldMk cId="3546650173" sldId="513"/>
        </pc:sldMkLst>
        <pc:spChg chg="mod">
          <ac:chgData name="王 zebra" userId="512e36ef2895e492" providerId="LiveId" clId="{94C061B3-EB52-4803-AA9D-D7A0F1BCE80A}" dt="2023-12-20T12:28:54.514" v="1896" actId="27636"/>
          <ac:spMkLst>
            <pc:docMk/>
            <pc:sldMk cId="3546650173" sldId="513"/>
            <ac:spMk id="2" creationId="{95648C1A-9302-4744-8637-3D0075A57977}"/>
          </ac:spMkLst>
        </pc:spChg>
        <pc:spChg chg="del">
          <ac:chgData name="王 zebra" userId="512e36ef2895e492" providerId="LiveId" clId="{94C061B3-EB52-4803-AA9D-D7A0F1BCE80A}" dt="2023-12-20T12:29:16.549" v="1899" actId="478"/>
          <ac:spMkLst>
            <pc:docMk/>
            <pc:sldMk cId="3546650173" sldId="513"/>
            <ac:spMk id="6" creationId="{1E3B8F76-2040-47D0-8A27-B9BD03083E11}"/>
          </ac:spMkLst>
        </pc:spChg>
        <pc:spChg chg="add mod">
          <ac:chgData name="王 zebra" userId="512e36ef2895e492" providerId="LiveId" clId="{94C061B3-EB52-4803-AA9D-D7A0F1BCE80A}" dt="2023-12-21T12:17:09.352" v="6541" actId="14100"/>
          <ac:spMkLst>
            <pc:docMk/>
            <pc:sldMk cId="3546650173" sldId="513"/>
            <ac:spMk id="10" creationId="{BE327D81-EE32-46EB-8C2D-7FD337907884}"/>
          </ac:spMkLst>
        </pc:spChg>
        <pc:picChg chg="del">
          <ac:chgData name="王 zebra" userId="512e36ef2895e492" providerId="LiveId" clId="{94C061B3-EB52-4803-AA9D-D7A0F1BCE80A}" dt="2023-12-20T12:28:56.838" v="1897" actId="478"/>
          <ac:picMkLst>
            <pc:docMk/>
            <pc:sldMk cId="3546650173" sldId="513"/>
            <ac:picMk id="5" creationId="{EA5614C6-833B-4474-96F0-7AE327639070}"/>
          </ac:picMkLst>
        </pc:picChg>
        <pc:picChg chg="add mod modCrop">
          <ac:chgData name="王 zebra" userId="512e36ef2895e492" providerId="LiveId" clId="{94C061B3-EB52-4803-AA9D-D7A0F1BCE80A}" dt="2023-12-20T12:31:10.119" v="1908" actId="14100"/>
          <ac:picMkLst>
            <pc:docMk/>
            <pc:sldMk cId="3546650173" sldId="513"/>
            <ac:picMk id="7" creationId="{BFC38E16-E6C8-4717-95EF-5EB3843F7D5D}"/>
          </ac:picMkLst>
        </pc:picChg>
        <pc:picChg chg="add mod">
          <ac:chgData name="王 zebra" userId="512e36ef2895e492" providerId="LiveId" clId="{94C061B3-EB52-4803-AA9D-D7A0F1BCE80A}" dt="2023-12-20T12:30:06.531" v="1907" actId="14100"/>
          <ac:picMkLst>
            <pc:docMk/>
            <pc:sldMk cId="3546650173" sldId="513"/>
            <ac:picMk id="9" creationId="{B6D6D01E-949E-4715-A492-FB8B18F5C020}"/>
          </ac:picMkLst>
        </pc:picChg>
      </pc:sldChg>
      <pc:sldChg chg="addSp delSp modSp add mod modAnim">
        <pc:chgData name="王 zebra" userId="512e36ef2895e492" providerId="LiveId" clId="{94C061B3-EB52-4803-AA9D-D7A0F1BCE80A}" dt="2023-12-21T12:17:14.330" v="6546" actId="1036"/>
        <pc:sldMkLst>
          <pc:docMk/>
          <pc:sldMk cId="3470812867" sldId="514"/>
        </pc:sldMkLst>
        <pc:spChg chg="mod">
          <ac:chgData name="王 zebra" userId="512e36ef2895e492" providerId="LiveId" clId="{94C061B3-EB52-4803-AA9D-D7A0F1BCE80A}" dt="2023-12-20T12:33:45.395" v="1930" actId="20577"/>
          <ac:spMkLst>
            <pc:docMk/>
            <pc:sldMk cId="3470812867" sldId="514"/>
            <ac:spMk id="2" creationId="{95648C1A-9302-4744-8637-3D0075A57977}"/>
          </ac:spMkLst>
        </pc:spChg>
        <pc:spChg chg="add mod">
          <ac:chgData name="王 zebra" userId="512e36ef2895e492" providerId="LiveId" clId="{94C061B3-EB52-4803-AA9D-D7A0F1BCE80A}" dt="2023-12-21T12:17:14.330" v="6546" actId="1036"/>
          <ac:spMkLst>
            <pc:docMk/>
            <pc:sldMk cId="3470812867" sldId="514"/>
            <ac:spMk id="12" creationId="{BE6526F8-1D7F-4BCE-AE66-2E46658B67A6}"/>
          </ac:spMkLst>
        </pc:spChg>
        <pc:spChg chg="add del mod">
          <ac:chgData name="王 zebra" userId="512e36ef2895e492" providerId="LiveId" clId="{94C061B3-EB52-4803-AA9D-D7A0F1BCE80A}" dt="2023-12-21T12:17:13.739" v="6545"/>
          <ac:spMkLst>
            <pc:docMk/>
            <pc:sldMk cId="3470812867" sldId="514"/>
            <ac:spMk id="13" creationId="{784A8746-6197-4057-A9F7-24A0C81AE06E}"/>
          </ac:spMkLst>
        </pc:spChg>
        <pc:picChg chg="add mod">
          <ac:chgData name="王 zebra" userId="512e36ef2895e492" providerId="LiveId" clId="{94C061B3-EB52-4803-AA9D-D7A0F1BCE80A}" dt="2023-12-20T12:32:43.454" v="1916" actId="1076"/>
          <ac:picMkLst>
            <pc:docMk/>
            <pc:sldMk cId="3470812867" sldId="514"/>
            <ac:picMk id="5" creationId="{85295720-1831-4F31-92CF-6624236523CF}"/>
          </ac:picMkLst>
        </pc:picChg>
        <pc:picChg chg="del">
          <ac:chgData name="王 zebra" userId="512e36ef2895e492" providerId="LiveId" clId="{94C061B3-EB52-4803-AA9D-D7A0F1BCE80A}" dt="2023-12-20T12:32:29.828" v="1912" actId="478"/>
          <ac:picMkLst>
            <pc:docMk/>
            <pc:sldMk cId="3470812867" sldId="514"/>
            <ac:picMk id="7" creationId="{BFC38E16-E6C8-4717-95EF-5EB3843F7D5D}"/>
          </ac:picMkLst>
        </pc:picChg>
        <pc:picChg chg="add mod">
          <ac:chgData name="王 zebra" userId="512e36ef2895e492" providerId="LiveId" clId="{94C061B3-EB52-4803-AA9D-D7A0F1BCE80A}" dt="2023-12-21T12:08:56.589" v="6420" actId="1076"/>
          <ac:picMkLst>
            <pc:docMk/>
            <pc:sldMk cId="3470812867" sldId="514"/>
            <ac:picMk id="8" creationId="{17B970FD-F1AE-49B1-97B0-6D5D5299A13D}"/>
          </ac:picMkLst>
        </pc:picChg>
        <pc:picChg chg="add del">
          <ac:chgData name="王 zebra" userId="512e36ef2895e492" providerId="LiveId" clId="{94C061B3-EB52-4803-AA9D-D7A0F1BCE80A}" dt="2023-12-20T12:34:59.786" v="1937" actId="22"/>
          <ac:picMkLst>
            <pc:docMk/>
            <pc:sldMk cId="3470812867" sldId="514"/>
            <ac:picMk id="11" creationId="{67FDC895-AE20-46C2-9572-2E319D40950F}"/>
          </ac:picMkLst>
        </pc:picChg>
      </pc:sldChg>
      <pc:sldChg chg="addSp delSp modSp add mod delAnim modAnim">
        <pc:chgData name="王 zebra" userId="512e36ef2895e492" providerId="LiveId" clId="{94C061B3-EB52-4803-AA9D-D7A0F1BCE80A}" dt="2023-12-21T12:17:16.101" v="6547"/>
        <pc:sldMkLst>
          <pc:docMk/>
          <pc:sldMk cId="1150720484" sldId="515"/>
        </pc:sldMkLst>
        <pc:spChg chg="mod">
          <ac:chgData name="王 zebra" userId="512e36ef2895e492" providerId="LiveId" clId="{94C061B3-EB52-4803-AA9D-D7A0F1BCE80A}" dt="2023-12-20T12:35:23.214" v="1976" actId="20577"/>
          <ac:spMkLst>
            <pc:docMk/>
            <pc:sldMk cId="1150720484" sldId="515"/>
            <ac:spMk id="2" creationId="{95648C1A-9302-4744-8637-3D0075A57977}"/>
          </ac:spMkLst>
        </pc:spChg>
        <pc:spChg chg="add mod">
          <ac:chgData name="王 zebra" userId="512e36ef2895e492" providerId="LiveId" clId="{94C061B3-EB52-4803-AA9D-D7A0F1BCE80A}" dt="2023-12-21T12:00:56.222" v="6366" actId="20577"/>
          <ac:spMkLst>
            <pc:docMk/>
            <pc:sldMk cId="1150720484" sldId="515"/>
            <ac:spMk id="7" creationId="{38A05B2B-4F8B-4648-9445-F79EFBDC06D7}"/>
          </ac:spMkLst>
        </pc:spChg>
        <pc:spChg chg="add mod">
          <ac:chgData name="王 zebra" userId="512e36ef2895e492" providerId="LiveId" clId="{94C061B3-EB52-4803-AA9D-D7A0F1BCE80A}" dt="2023-12-20T13:12:03.042" v="3527" actId="1076"/>
          <ac:spMkLst>
            <pc:docMk/>
            <pc:sldMk cId="1150720484" sldId="515"/>
            <ac:spMk id="10" creationId="{F6AB267C-10E0-4DFD-8080-E51DC70B9589}"/>
          </ac:spMkLst>
        </pc:spChg>
        <pc:spChg chg="add mod">
          <ac:chgData name="王 zebra" userId="512e36ef2895e492" providerId="LiveId" clId="{94C061B3-EB52-4803-AA9D-D7A0F1BCE80A}" dt="2023-12-21T12:17:16.101" v="6547"/>
          <ac:spMkLst>
            <pc:docMk/>
            <pc:sldMk cId="1150720484" sldId="515"/>
            <ac:spMk id="11" creationId="{D0C67DFF-C675-41C0-B31E-B190CA13E4B7}"/>
          </ac:spMkLst>
        </pc:spChg>
        <pc:picChg chg="del">
          <ac:chgData name="王 zebra" userId="512e36ef2895e492" providerId="LiveId" clId="{94C061B3-EB52-4803-AA9D-D7A0F1BCE80A}" dt="2023-12-20T12:35:02.998" v="1940" actId="478"/>
          <ac:picMkLst>
            <pc:docMk/>
            <pc:sldMk cId="1150720484" sldId="515"/>
            <ac:picMk id="5" creationId="{85295720-1831-4F31-92CF-6624236523CF}"/>
          </ac:picMkLst>
        </pc:picChg>
        <pc:picChg chg="del">
          <ac:chgData name="王 zebra" userId="512e36ef2895e492" providerId="LiveId" clId="{94C061B3-EB52-4803-AA9D-D7A0F1BCE80A}" dt="2023-12-20T12:35:02.519" v="1939" actId="478"/>
          <ac:picMkLst>
            <pc:docMk/>
            <pc:sldMk cId="1150720484" sldId="515"/>
            <ac:picMk id="8" creationId="{17B970FD-F1AE-49B1-97B0-6D5D5299A13D}"/>
          </ac:picMkLst>
        </pc:picChg>
      </pc:sldChg>
      <pc:sldChg chg="add del">
        <pc:chgData name="王 zebra" userId="512e36ef2895e492" providerId="LiveId" clId="{94C061B3-EB52-4803-AA9D-D7A0F1BCE80A}" dt="2023-12-20T12:32:33.091" v="1914"/>
        <pc:sldMkLst>
          <pc:docMk/>
          <pc:sldMk cId="2734773237" sldId="515"/>
        </pc:sldMkLst>
      </pc:sldChg>
      <pc:sldChg chg="addSp delSp modSp add mod delAnim">
        <pc:chgData name="王 zebra" userId="512e36ef2895e492" providerId="LiveId" clId="{94C061B3-EB52-4803-AA9D-D7A0F1BCE80A}" dt="2023-12-21T12:17:23.534" v="6549"/>
        <pc:sldMkLst>
          <pc:docMk/>
          <pc:sldMk cId="502009927" sldId="516"/>
        </pc:sldMkLst>
        <pc:spChg chg="mod">
          <ac:chgData name="王 zebra" userId="512e36ef2895e492" providerId="LiveId" clId="{94C061B3-EB52-4803-AA9D-D7A0F1BCE80A}" dt="2023-12-20T12:46:18.181" v="2522" actId="20577"/>
          <ac:spMkLst>
            <pc:docMk/>
            <pc:sldMk cId="502009927" sldId="516"/>
            <ac:spMk id="2" creationId="{95648C1A-9302-4744-8637-3D0075A57977}"/>
          </ac:spMkLst>
        </pc:spChg>
        <pc:spChg chg="mod">
          <ac:chgData name="王 zebra" userId="512e36ef2895e492" providerId="LiveId" clId="{94C061B3-EB52-4803-AA9D-D7A0F1BCE80A}" dt="2023-12-21T12:08:42.635" v="6418"/>
          <ac:spMkLst>
            <pc:docMk/>
            <pc:sldMk cId="502009927" sldId="516"/>
            <ac:spMk id="6" creationId="{A557366B-29FF-4A6D-B617-CF6AFCF041ED}"/>
          </ac:spMkLst>
        </pc:spChg>
        <pc:spChg chg="del">
          <ac:chgData name="王 zebra" userId="512e36ef2895e492" providerId="LiveId" clId="{94C061B3-EB52-4803-AA9D-D7A0F1BCE80A}" dt="2023-12-20T12:46:13.792" v="2511" actId="478"/>
          <ac:spMkLst>
            <pc:docMk/>
            <pc:sldMk cId="502009927" sldId="516"/>
            <ac:spMk id="9" creationId="{425259A0-C29A-4870-9868-B96610D466C6}"/>
          </ac:spMkLst>
        </pc:spChg>
        <pc:spChg chg="add mod">
          <ac:chgData name="王 zebra" userId="512e36ef2895e492" providerId="LiveId" clId="{94C061B3-EB52-4803-AA9D-D7A0F1BCE80A}" dt="2023-12-21T12:17:23.534" v="6549"/>
          <ac:spMkLst>
            <pc:docMk/>
            <pc:sldMk cId="502009927" sldId="516"/>
            <ac:spMk id="11" creationId="{3A049695-2509-42F3-B12B-13F9D2D190F6}"/>
          </ac:spMkLst>
        </pc:spChg>
        <pc:picChg chg="add del mod">
          <ac:chgData name="王 zebra" userId="512e36ef2895e492" providerId="LiveId" clId="{94C061B3-EB52-4803-AA9D-D7A0F1BCE80A}" dt="2023-12-21T12:03:55.653" v="6369" actId="478"/>
          <ac:picMkLst>
            <pc:docMk/>
            <pc:sldMk cId="502009927" sldId="516"/>
            <ac:picMk id="5" creationId="{72BCBB3A-5900-421D-8D82-99CB35EE6942}"/>
          </ac:picMkLst>
        </pc:picChg>
        <pc:picChg chg="add mod">
          <ac:chgData name="王 zebra" userId="512e36ef2895e492" providerId="LiveId" clId="{94C061B3-EB52-4803-AA9D-D7A0F1BCE80A}" dt="2023-12-21T12:04:17.697" v="6373" actId="1076"/>
          <ac:picMkLst>
            <pc:docMk/>
            <pc:sldMk cId="502009927" sldId="516"/>
            <ac:picMk id="10" creationId="{C2CDB329-11B3-4865-83A2-CCD876E12770}"/>
          </ac:picMkLst>
        </pc:picChg>
      </pc:sldChg>
      <pc:sldChg chg="add del">
        <pc:chgData name="王 zebra" userId="512e36ef2895e492" providerId="LiveId" clId="{94C061B3-EB52-4803-AA9D-D7A0F1BCE80A}" dt="2023-12-20T12:46:08.974" v="2509"/>
        <pc:sldMkLst>
          <pc:docMk/>
          <pc:sldMk cId="1858110428" sldId="516"/>
        </pc:sldMkLst>
      </pc:sldChg>
      <pc:sldChg chg="addSp modSp add mod ord">
        <pc:chgData name="王 zebra" userId="512e36ef2895e492" providerId="LiveId" clId="{94C061B3-EB52-4803-AA9D-D7A0F1BCE80A}" dt="2023-12-21T12:17:20.854" v="6548"/>
        <pc:sldMkLst>
          <pc:docMk/>
          <pc:sldMk cId="1125842399" sldId="517"/>
        </pc:sldMkLst>
        <pc:spChg chg="mod">
          <ac:chgData name="王 zebra" userId="512e36ef2895e492" providerId="LiveId" clId="{94C061B3-EB52-4803-AA9D-D7A0F1BCE80A}" dt="2023-12-20T12:54:50.958" v="2973" actId="20577"/>
          <ac:spMkLst>
            <pc:docMk/>
            <pc:sldMk cId="1125842399" sldId="517"/>
            <ac:spMk id="2" creationId="{95648C1A-9302-4744-8637-3D0075A57977}"/>
          </ac:spMkLst>
        </pc:spChg>
        <pc:spChg chg="mod">
          <ac:chgData name="王 zebra" userId="512e36ef2895e492" providerId="LiveId" clId="{94C061B3-EB52-4803-AA9D-D7A0F1BCE80A}" dt="2023-12-20T13:09:20.932" v="3443"/>
          <ac:spMkLst>
            <pc:docMk/>
            <pc:sldMk cId="1125842399" sldId="517"/>
            <ac:spMk id="6" creationId="{A557366B-29FF-4A6D-B617-CF6AFCF041ED}"/>
          </ac:spMkLst>
        </pc:spChg>
        <pc:spChg chg="add mod">
          <ac:chgData name="王 zebra" userId="512e36ef2895e492" providerId="LiveId" clId="{94C061B3-EB52-4803-AA9D-D7A0F1BCE80A}" dt="2023-12-21T12:17:20.854" v="6548"/>
          <ac:spMkLst>
            <pc:docMk/>
            <pc:sldMk cId="1125842399" sldId="517"/>
            <ac:spMk id="7" creationId="{63C907E1-AA40-4CE1-B377-8005FC40C290}"/>
          </ac:spMkLst>
        </pc:spChg>
      </pc:sldChg>
      <pc:sldChg chg="addSp delSp modSp add mod">
        <pc:chgData name="王 zebra" userId="512e36ef2895e492" providerId="LiveId" clId="{94C061B3-EB52-4803-AA9D-D7A0F1BCE80A}" dt="2023-12-21T12:17:25.550" v="6551"/>
        <pc:sldMkLst>
          <pc:docMk/>
          <pc:sldMk cId="830622506" sldId="518"/>
        </pc:sldMkLst>
        <pc:spChg chg="mod">
          <ac:chgData name="王 zebra" userId="512e36ef2895e492" providerId="LiveId" clId="{94C061B3-EB52-4803-AA9D-D7A0F1BCE80A}" dt="2023-12-20T13:05:50.124" v="3384" actId="20577"/>
          <ac:spMkLst>
            <pc:docMk/>
            <pc:sldMk cId="830622506" sldId="518"/>
            <ac:spMk id="2" creationId="{95648C1A-9302-4744-8637-3D0075A57977}"/>
          </ac:spMkLst>
        </pc:spChg>
        <pc:spChg chg="del">
          <ac:chgData name="王 zebra" userId="512e36ef2895e492" providerId="LiveId" clId="{94C061B3-EB52-4803-AA9D-D7A0F1BCE80A}" dt="2023-12-20T13:05:42.610" v="3358" actId="478"/>
          <ac:spMkLst>
            <pc:docMk/>
            <pc:sldMk cId="830622506" sldId="518"/>
            <ac:spMk id="6" creationId="{A557366B-29FF-4A6D-B617-CF6AFCF041ED}"/>
          </ac:spMkLst>
        </pc:spChg>
        <pc:spChg chg="add mod">
          <ac:chgData name="王 zebra" userId="512e36ef2895e492" providerId="LiveId" clId="{94C061B3-EB52-4803-AA9D-D7A0F1BCE80A}" dt="2023-12-21T12:17:25.550" v="6551"/>
          <ac:spMkLst>
            <pc:docMk/>
            <pc:sldMk cId="830622506" sldId="518"/>
            <ac:spMk id="10" creationId="{9189DAE4-913E-4435-97FD-D6BE018D0A03}"/>
          </ac:spMkLst>
        </pc:spChg>
        <pc:picChg chg="add mod">
          <ac:chgData name="王 zebra" userId="512e36ef2895e492" providerId="LiveId" clId="{94C061B3-EB52-4803-AA9D-D7A0F1BCE80A}" dt="2023-12-21T12:05:43.737" v="6381" actId="1076"/>
          <ac:picMkLst>
            <pc:docMk/>
            <pc:sldMk cId="830622506" sldId="518"/>
            <ac:picMk id="5" creationId="{DC979FB1-6D79-40A0-9E3B-A3CD8A0A142C}"/>
          </ac:picMkLst>
        </pc:picChg>
        <pc:picChg chg="add del mod">
          <ac:chgData name="王 zebra" userId="512e36ef2895e492" providerId="LiveId" clId="{94C061B3-EB52-4803-AA9D-D7A0F1BCE80A}" dt="2023-12-21T12:05:41.661" v="6380" actId="478"/>
          <ac:picMkLst>
            <pc:docMk/>
            <pc:sldMk cId="830622506" sldId="518"/>
            <ac:picMk id="9" creationId="{ED0C6A2D-CCC2-4EFA-8B1B-80F4D5DB44B3}"/>
          </ac:picMkLst>
        </pc:picChg>
      </pc:sldChg>
      <pc:sldChg chg="addSp delSp modSp add mod">
        <pc:chgData name="王 zebra" userId="512e36ef2895e492" providerId="LiveId" clId="{94C061B3-EB52-4803-AA9D-D7A0F1BCE80A}" dt="2023-12-21T12:17:24.742" v="6550"/>
        <pc:sldMkLst>
          <pc:docMk/>
          <pc:sldMk cId="4212863272" sldId="519"/>
        </pc:sldMkLst>
        <pc:spChg chg="mod">
          <ac:chgData name="王 zebra" userId="512e36ef2895e492" providerId="LiveId" clId="{94C061B3-EB52-4803-AA9D-D7A0F1BCE80A}" dt="2023-12-20T13:07:47.468" v="3408" actId="20577"/>
          <ac:spMkLst>
            <pc:docMk/>
            <pc:sldMk cId="4212863272" sldId="519"/>
            <ac:spMk id="2" creationId="{95648C1A-9302-4744-8637-3D0075A57977}"/>
          </ac:spMkLst>
        </pc:spChg>
        <pc:spChg chg="del">
          <ac:chgData name="王 zebra" userId="512e36ef2895e492" providerId="LiveId" clId="{94C061B3-EB52-4803-AA9D-D7A0F1BCE80A}" dt="2023-12-21T01:38:10.784" v="3827" actId="478"/>
          <ac:spMkLst>
            <pc:docMk/>
            <pc:sldMk cId="4212863272" sldId="519"/>
            <ac:spMk id="8" creationId="{F809EADC-1E9F-4DFB-8DDD-BB4020E553E5}"/>
          </ac:spMkLst>
        </pc:spChg>
        <pc:spChg chg="add mod">
          <ac:chgData name="王 zebra" userId="512e36ef2895e492" providerId="LiveId" clId="{94C061B3-EB52-4803-AA9D-D7A0F1BCE80A}" dt="2023-12-21T07:08:45.449" v="3913" actId="20577"/>
          <ac:spMkLst>
            <pc:docMk/>
            <pc:sldMk cId="4212863272" sldId="519"/>
            <ac:spMk id="10" creationId="{BAD218B3-4A33-4D16-A785-8911234D47AA}"/>
          </ac:spMkLst>
        </pc:spChg>
        <pc:spChg chg="add mod">
          <ac:chgData name="王 zebra" userId="512e36ef2895e492" providerId="LiveId" clId="{94C061B3-EB52-4803-AA9D-D7A0F1BCE80A}" dt="2023-12-21T12:17:24.742" v="6550"/>
          <ac:spMkLst>
            <pc:docMk/>
            <pc:sldMk cId="4212863272" sldId="519"/>
            <ac:spMk id="11" creationId="{854202CB-0281-4DD0-9193-5D766114E2F8}"/>
          </ac:spMkLst>
        </pc:spChg>
        <pc:picChg chg="del">
          <ac:chgData name="王 zebra" userId="512e36ef2895e492" providerId="LiveId" clId="{94C061B3-EB52-4803-AA9D-D7A0F1BCE80A}" dt="2023-12-20T13:07:49.026" v="3409" actId="478"/>
          <ac:picMkLst>
            <pc:docMk/>
            <pc:sldMk cId="4212863272" sldId="519"/>
            <ac:picMk id="5" creationId="{DC979FB1-6D79-40A0-9E3B-A3CD8A0A142C}"/>
          </ac:picMkLst>
        </pc:picChg>
        <pc:picChg chg="add del mod">
          <ac:chgData name="王 zebra" userId="512e36ef2895e492" providerId="LiveId" clId="{94C061B3-EB52-4803-AA9D-D7A0F1BCE80A}" dt="2023-12-20T14:20:30.536" v="3822" actId="478"/>
          <ac:picMkLst>
            <pc:docMk/>
            <pc:sldMk cId="4212863272" sldId="519"/>
            <ac:picMk id="6" creationId="{71E12DD0-63C3-4155-BE39-D13A22667CD7}"/>
          </ac:picMkLst>
        </pc:picChg>
        <pc:picChg chg="add mod">
          <ac:chgData name="王 zebra" userId="512e36ef2895e492" providerId="LiveId" clId="{94C061B3-EB52-4803-AA9D-D7A0F1BCE80A}" dt="2023-12-21T07:08:05.522" v="3847" actId="1076"/>
          <ac:picMkLst>
            <pc:docMk/>
            <pc:sldMk cId="4212863272" sldId="519"/>
            <ac:picMk id="9" creationId="{FB5AEA5F-5593-436F-B002-0105A6208A19}"/>
          </ac:picMkLst>
        </pc:picChg>
      </pc:sldChg>
      <pc:sldChg chg="addSp delSp modSp add mod delAnim">
        <pc:chgData name="王 zebra" userId="512e36ef2895e492" providerId="LiveId" clId="{94C061B3-EB52-4803-AA9D-D7A0F1BCE80A}" dt="2023-12-21T12:17:36.754" v="6567" actId="20577"/>
        <pc:sldMkLst>
          <pc:docMk/>
          <pc:sldMk cId="2938366793" sldId="520"/>
        </pc:sldMkLst>
        <pc:spChg chg="mod">
          <ac:chgData name="王 zebra" userId="512e36ef2895e492" providerId="LiveId" clId="{94C061B3-EB52-4803-AA9D-D7A0F1BCE80A}" dt="2023-12-21T08:04:08.054" v="4473" actId="20577"/>
          <ac:spMkLst>
            <pc:docMk/>
            <pc:sldMk cId="2938366793" sldId="520"/>
            <ac:spMk id="2" creationId="{95648C1A-9302-4744-8637-3D0075A57977}"/>
          </ac:spMkLst>
        </pc:spChg>
        <pc:spChg chg="add del mod">
          <ac:chgData name="王 zebra" userId="512e36ef2895e492" providerId="LiveId" clId="{94C061B3-EB52-4803-AA9D-D7A0F1BCE80A}" dt="2023-12-21T12:17:30.523" v="6554"/>
          <ac:spMkLst>
            <pc:docMk/>
            <pc:sldMk cId="2938366793" sldId="520"/>
            <ac:spMk id="6" creationId="{BB01B210-CAB7-4EB2-899B-FC97FFAD28CC}"/>
          </ac:spMkLst>
        </pc:spChg>
        <pc:spChg chg="add mod">
          <ac:chgData name="王 zebra" userId="512e36ef2895e492" providerId="LiveId" clId="{94C061B3-EB52-4803-AA9D-D7A0F1BCE80A}" dt="2023-12-21T12:17:36.754" v="6567" actId="20577"/>
          <ac:spMkLst>
            <pc:docMk/>
            <pc:sldMk cId="2938366793" sldId="520"/>
            <ac:spMk id="7" creationId="{1A6E7D73-DAC5-42EB-B490-07FACA3CD9B8}"/>
          </ac:spMkLst>
        </pc:spChg>
        <pc:spChg chg="mod">
          <ac:chgData name="王 zebra" userId="512e36ef2895e492" providerId="LiveId" clId="{94C061B3-EB52-4803-AA9D-D7A0F1BCE80A}" dt="2023-12-21T12:07:13.727" v="6382" actId="20577"/>
          <ac:spMkLst>
            <pc:docMk/>
            <pc:sldMk cId="2938366793" sldId="520"/>
            <ac:spMk id="23" creationId="{D4654109-3BAD-4B33-A80D-7B179C6EEFC1}"/>
          </ac:spMkLst>
        </pc:spChg>
        <pc:spChg chg="del">
          <ac:chgData name="王 zebra" userId="512e36ef2895e492" providerId="LiveId" clId="{94C061B3-EB52-4803-AA9D-D7A0F1BCE80A}" dt="2023-12-21T08:04:00.118" v="4453" actId="478"/>
          <ac:spMkLst>
            <pc:docMk/>
            <pc:sldMk cId="2938366793" sldId="520"/>
            <ac:spMk id="34" creationId="{836ECB59-A66B-4F64-A930-3BFB58E56E31}"/>
          </ac:spMkLst>
        </pc:spChg>
      </pc:sldChg>
      <pc:sldChg chg="add del">
        <pc:chgData name="王 zebra" userId="512e36ef2895e492" providerId="LiveId" clId="{94C061B3-EB52-4803-AA9D-D7A0F1BCE80A}" dt="2023-12-21T11:05:33.406" v="4960"/>
        <pc:sldMkLst>
          <pc:docMk/>
          <pc:sldMk cId="1884618149" sldId="521"/>
        </pc:sldMkLst>
      </pc:sldChg>
      <pc:sldChg chg="addSp modSp add mod">
        <pc:chgData name="王 zebra" userId="512e36ef2895e492" providerId="LiveId" clId="{94C061B3-EB52-4803-AA9D-D7A0F1BCE80A}" dt="2023-12-21T12:16:39.726" v="6502"/>
        <pc:sldMkLst>
          <pc:docMk/>
          <pc:sldMk cId="3167778332" sldId="521"/>
        </pc:sldMkLst>
        <pc:spChg chg="mod">
          <ac:chgData name="王 zebra" userId="512e36ef2895e492" providerId="LiveId" clId="{94C061B3-EB52-4803-AA9D-D7A0F1BCE80A}" dt="2023-12-21T11:43:04.977" v="6129" actId="20577"/>
          <ac:spMkLst>
            <pc:docMk/>
            <pc:sldMk cId="3167778332" sldId="521"/>
            <ac:spMk id="2" creationId="{95648C1A-9302-4744-8637-3D0075A57977}"/>
          </ac:spMkLst>
        </pc:spChg>
        <pc:spChg chg="add mod">
          <ac:chgData name="王 zebra" userId="512e36ef2895e492" providerId="LiveId" clId="{94C061B3-EB52-4803-AA9D-D7A0F1BCE80A}" dt="2023-12-21T12:16:39.726" v="6502"/>
          <ac:spMkLst>
            <pc:docMk/>
            <pc:sldMk cId="3167778332" sldId="521"/>
            <ac:spMk id="5" creationId="{93CBC285-9083-4E40-AAE4-59E7E35C8D01}"/>
          </ac:spMkLst>
        </pc:spChg>
        <pc:spChg chg="mod">
          <ac:chgData name="王 zebra" userId="512e36ef2895e492" providerId="LiveId" clId="{94C061B3-EB52-4803-AA9D-D7A0F1BCE80A}" dt="2023-12-21T11:42:48.414" v="6103" actId="113"/>
          <ac:spMkLst>
            <pc:docMk/>
            <pc:sldMk cId="3167778332" sldId="521"/>
            <ac:spMk id="24" creationId="{2E6F37BF-6FC2-4F1E-98EF-2B06C1267D1B}"/>
          </ac:spMkLst>
        </pc:spChg>
      </pc:sldChg>
      <pc:sldChg chg="add del">
        <pc:chgData name="王 zebra" userId="512e36ef2895e492" providerId="LiveId" clId="{94C061B3-EB52-4803-AA9D-D7A0F1BCE80A}" dt="2023-12-21T14:57:40.890" v="7552" actId="2696"/>
        <pc:sldMkLst>
          <pc:docMk/>
          <pc:sldMk cId="98754624" sldId="522"/>
        </pc:sldMkLst>
      </pc:sldChg>
      <pc:sldChg chg="add">
        <pc:chgData name="王 zebra" userId="512e36ef2895e492" providerId="LiveId" clId="{94C061B3-EB52-4803-AA9D-D7A0F1BCE80A}" dt="2023-12-21T15:03:59.831" v="7557"/>
        <pc:sldMkLst>
          <pc:docMk/>
          <pc:sldMk cId="999872928" sldId="522"/>
        </pc:sldMkLst>
      </pc:sldChg>
      <pc:sldChg chg="add del ord">
        <pc:chgData name="王 zebra" userId="512e36ef2895e492" providerId="LiveId" clId="{94C061B3-EB52-4803-AA9D-D7A0F1BCE80A}" dt="2023-12-21T14:48:56.088" v="7550" actId="2696"/>
        <pc:sldMkLst>
          <pc:docMk/>
          <pc:sldMk cId="1394520398" sldId="522"/>
        </pc:sldMkLst>
      </pc:sldChg>
      <pc:sldChg chg="add del">
        <pc:chgData name="王 zebra" userId="512e36ef2895e492" providerId="LiveId" clId="{94C061B3-EB52-4803-AA9D-D7A0F1BCE80A}" dt="2023-12-21T15:03:53.088" v="7556" actId="2696"/>
        <pc:sldMkLst>
          <pc:docMk/>
          <pc:sldMk cId="2166429156" sldId="522"/>
        </pc:sldMkLst>
      </pc:sldChg>
      <pc:sldChg chg="add del">
        <pc:chgData name="王 zebra" userId="512e36ef2895e492" providerId="LiveId" clId="{94C061B3-EB52-4803-AA9D-D7A0F1BCE80A}" dt="2023-12-21T14:57:53.733" v="7554" actId="2696"/>
        <pc:sldMkLst>
          <pc:docMk/>
          <pc:sldMk cId="2380701971" sldId="522"/>
        </pc:sldMkLst>
      </pc:sldChg>
      <pc:sldChg chg="addSp delSp modSp add del mod ord modAnim">
        <pc:chgData name="王 zebra" userId="512e36ef2895e492" providerId="LiveId" clId="{94C061B3-EB52-4803-AA9D-D7A0F1BCE80A}" dt="2023-12-21T13:14:12.965" v="7546" actId="2696"/>
        <pc:sldMkLst>
          <pc:docMk/>
          <pc:sldMk cId="2570208767" sldId="522"/>
        </pc:sldMkLst>
        <pc:spChg chg="mod">
          <ac:chgData name="王 zebra" userId="512e36ef2895e492" providerId="LiveId" clId="{94C061B3-EB52-4803-AA9D-D7A0F1BCE80A}" dt="2023-12-21T12:28:58.273" v="6885" actId="20577"/>
          <ac:spMkLst>
            <pc:docMk/>
            <pc:sldMk cId="2570208767" sldId="522"/>
            <ac:spMk id="2" creationId="{95648C1A-9302-4744-8637-3D0075A57977}"/>
          </ac:spMkLst>
        </pc:spChg>
        <pc:spChg chg="add mod">
          <ac:chgData name="王 zebra" userId="512e36ef2895e492" providerId="LiveId" clId="{94C061B3-EB52-4803-AA9D-D7A0F1BCE80A}" dt="2023-12-21T12:30:23.489" v="6932" actId="113"/>
          <ac:spMkLst>
            <pc:docMk/>
            <pc:sldMk cId="2570208767" sldId="522"/>
            <ac:spMk id="11" creationId="{3338B577-2800-4B9B-AD9D-073F8448A7AA}"/>
          </ac:spMkLst>
        </pc:spChg>
        <pc:spChg chg="mod">
          <ac:chgData name="王 zebra" userId="512e36ef2895e492" providerId="LiveId" clId="{94C061B3-EB52-4803-AA9D-D7A0F1BCE80A}" dt="2023-12-21T12:30:14.184" v="6930" actId="404"/>
          <ac:spMkLst>
            <pc:docMk/>
            <pc:sldMk cId="2570208767" sldId="522"/>
            <ac:spMk id="24" creationId="{2E6F37BF-6FC2-4F1E-98EF-2B06C1267D1B}"/>
          </ac:spMkLst>
        </pc:spChg>
        <pc:picChg chg="add mod">
          <ac:chgData name="王 zebra" userId="512e36ef2895e492" providerId="LiveId" clId="{94C061B3-EB52-4803-AA9D-D7A0F1BCE80A}" dt="2023-12-21T12:29:00.120" v="6887" actId="1035"/>
          <ac:picMkLst>
            <pc:docMk/>
            <pc:sldMk cId="2570208767" sldId="522"/>
            <ac:picMk id="5" creationId="{F8D9D70A-C786-40D5-8132-9CEFA5FB2680}"/>
          </ac:picMkLst>
        </pc:picChg>
        <pc:picChg chg="del">
          <ac:chgData name="王 zebra" userId="512e36ef2895e492" providerId="LiveId" clId="{94C061B3-EB52-4803-AA9D-D7A0F1BCE80A}" dt="2023-12-21T12:28:41.847" v="6846" actId="478"/>
          <ac:picMkLst>
            <pc:docMk/>
            <pc:sldMk cId="2570208767" sldId="522"/>
            <ac:picMk id="6" creationId="{504A9A9B-92B6-4B02-9973-293551EC454F}"/>
          </ac:picMkLst>
        </pc:picChg>
      </pc:sldChg>
      <pc:sldChg chg="addSp delSp modSp add mod delAnim modAnim">
        <pc:chgData name="王 zebra" userId="512e36ef2895e492" providerId="LiveId" clId="{94C061B3-EB52-4803-AA9D-D7A0F1BCE80A}" dt="2023-12-21T15:09:26.050" v="7697" actId="20577"/>
        <pc:sldMkLst>
          <pc:docMk/>
          <pc:sldMk cId="3568367229" sldId="523"/>
        </pc:sldMkLst>
        <pc:spChg chg="mod">
          <ac:chgData name="王 zebra" userId="512e36ef2895e492" providerId="LiveId" clId="{94C061B3-EB52-4803-AA9D-D7A0F1BCE80A}" dt="2023-12-21T15:09:26.050" v="7697" actId="20577"/>
          <ac:spMkLst>
            <pc:docMk/>
            <pc:sldMk cId="3568367229" sldId="523"/>
            <ac:spMk id="2" creationId="{95648C1A-9302-4744-8637-3D0075A57977}"/>
          </ac:spMkLst>
        </pc:spChg>
        <pc:spChg chg="del">
          <ac:chgData name="王 zebra" userId="512e36ef2895e492" providerId="LiveId" clId="{94C061B3-EB52-4803-AA9D-D7A0F1BCE80A}" dt="2023-12-21T15:04:15.901" v="7561" actId="478"/>
          <ac:spMkLst>
            <pc:docMk/>
            <pc:sldMk cId="3568367229" sldId="523"/>
            <ac:spMk id="11" creationId="{3338B577-2800-4B9B-AD9D-073F8448A7AA}"/>
          </ac:spMkLst>
        </pc:spChg>
        <pc:spChg chg="add mod">
          <ac:chgData name="王 zebra" userId="512e36ef2895e492" providerId="LiveId" clId="{94C061B3-EB52-4803-AA9D-D7A0F1BCE80A}" dt="2023-12-21T15:08:23.448" v="7686" actId="1076"/>
          <ac:spMkLst>
            <pc:docMk/>
            <pc:sldMk cId="3568367229" sldId="523"/>
            <ac:spMk id="12" creationId="{89949CD1-A2C5-4D3F-B4C9-926B085ACB63}"/>
          </ac:spMkLst>
        </pc:spChg>
        <pc:spChg chg="add mod">
          <ac:chgData name="王 zebra" userId="512e36ef2895e492" providerId="LiveId" clId="{94C061B3-EB52-4803-AA9D-D7A0F1BCE80A}" dt="2023-12-21T15:08:36.057" v="7687" actId="1076"/>
          <ac:spMkLst>
            <pc:docMk/>
            <pc:sldMk cId="3568367229" sldId="523"/>
            <ac:spMk id="13" creationId="{C76CE079-F051-448C-84F7-886ED223628B}"/>
          </ac:spMkLst>
        </pc:spChg>
        <pc:spChg chg="del">
          <ac:chgData name="王 zebra" userId="512e36ef2895e492" providerId="LiveId" clId="{94C061B3-EB52-4803-AA9D-D7A0F1BCE80A}" dt="2023-12-21T15:04:13.023" v="7560" actId="478"/>
          <ac:spMkLst>
            <pc:docMk/>
            <pc:sldMk cId="3568367229" sldId="523"/>
            <ac:spMk id="24" creationId="{2E6F37BF-6FC2-4F1E-98EF-2B06C1267D1B}"/>
          </ac:spMkLst>
        </pc:spChg>
        <pc:picChg chg="del">
          <ac:chgData name="王 zebra" userId="512e36ef2895e492" providerId="LiveId" clId="{94C061B3-EB52-4803-AA9D-D7A0F1BCE80A}" dt="2023-12-21T15:04:11.070" v="7559" actId="478"/>
          <ac:picMkLst>
            <pc:docMk/>
            <pc:sldMk cId="3568367229" sldId="523"/>
            <ac:picMk id="5" creationId="{F8D9D70A-C786-40D5-8132-9CEFA5FB2680}"/>
          </ac:picMkLst>
        </pc:picChg>
        <pc:picChg chg="add mod">
          <ac:chgData name="王 zebra" userId="512e36ef2895e492" providerId="LiveId" clId="{94C061B3-EB52-4803-AA9D-D7A0F1BCE80A}" dt="2023-12-21T15:08:18.694" v="7685" actId="1076"/>
          <ac:picMkLst>
            <pc:docMk/>
            <pc:sldMk cId="3568367229" sldId="523"/>
            <ac:picMk id="6" creationId="{8EEA570A-9571-4601-BDB2-2D7A91F42D67}"/>
          </ac:picMkLst>
        </pc:picChg>
        <pc:picChg chg="add mod">
          <ac:chgData name="王 zebra" userId="512e36ef2895e492" providerId="LiveId" clId="{94C061B3-EB52-4803-AA9D-D7A0F1BCE80A}" dt="2023-12-21T15:08:05.898" v="7683" actId="1076"/>
          <ac:picMkLst>
            <pc:docMk/>
            <pc:sldMk cId="3568367229" sldId="523"/>
            <ac:picMk id="8" creationId="{19CFB870-36B8-4BA1-80A0-B49F307F1129}"/>
          </ac:picMkLst>
        </pc:picChg>
        <pc:picChg chg="add mod">
          <ac:chgData name="王 zebra" userId="512e36ef2895e492" providerId="LiveId" clId="{94C061B3-EB52-4803-AA9D-D7A0F1BCE80A}" dt="2023-12-21T15:07:59.848" v="7682" actId="1076"/>
          <ac:picMkLst>
            <pc:docMk/>
            <pc:sldMk cId="3568367229" sldId="523"/>
            <ac:picMk id="14" creationId="{F27C752B-7166-43E4-8CF4-3921A1BC0817}"/>
          </ac:picMkLst>
        </pc:picChg>
      </pc:sldChg>
    </pc:docChg>
  </pc:docChgLst>
  <pc:docChgLst>
    <pc:chgData name="Zhongming Wang" userId="512e36ef2895e492" providerId="LiveId" clId="{0CCBC05F-ACAB-4218-89BF-6D3DBF4C775E}"/>
    <pc:docChg chg="undo redo custSel addSld delSld modSld sldOrd">
      <pc:chgData name="Zhongming Wang" userId="512e36ef2895e492" providerId="LiveId" clId="{0CCBC05F-ACAB-4218-89BF-6D3DBF4C775E}" dt="2024-05-31T06:18:39.047" v="14936" actId="1035"/>
      <pc:docMkLst>
        <pc:docMk/>
      </pc:docMkLst>
      <pc:sldChg chg="delSp modSp mod delAnim modAnim">
        <pc:chgData name="Zhongming Wang" userId="512e36ef2895e492" providerId="LiveId" clId="{0CCBC05F-ACAB-4218-89BF-6D3DBF4C775E}" dt="2024-05-30T06:26:59.177" v="14531" actId="20577"/>
        <pc:sldMkLst>
          <pc:docMk/>
          <pc:sldMk cId="41641697" sldId="264"/>
        </pc:sldMkLst>
        <pc:spChg chg="del">
          <ac:chgData name="Zhongming Wang" userId="512e36ef2895e492" providerId="LiveId" clId="{0CCBC05F-ACAB-4218-89BF-6D3DBF4C775E}" dt="2024-05-28T12:43:16.733" v="0" actId="478"/>
          <ac:spMkLst>
            <pc:docMk/>
            <pc:sldMk cId="41641697" sldId="264"/>
            <ac:spMk id="4" creationId="{8D89798C-D3C3-895F-A735-8D6201AACB48}"/>
          </ac:spMkLst>
        </pc:spChg>
        <pc:spChg chg="del">
          <ac:chgData name="Zhongming Wang" userId="512e36ef2895e492" providerId="LiveId" clId="{0CCBC05F-ACAB-4218-89BF-6D3DBF4C775E}" dt="2024-05-28T12:43:17.699" v="1" actId="478"/>
          <ac:spMkLst>
            <pc:docMk/>
            <pc:sldMk cId="41641697" sldId="264"/>
            <ac:spMk id="9" creationId="{19AFD200-90E5-D5A1-005C-A6D55328B456}"/>
          </ac:spMkLst>
        </pc:spChg>
        <pc:spChg chg="mod">
          <ac:chgData name="Zhongming Wang" userId="512e36ef2895e492" providerId="LiveId" clId="{0CCBC05F-ACAB-4218-89BF-6D3DBF4C775E}" dt="2024-05-30T06:26:59.177" v="14531" actId="20577"/>
          <ac:spMkLst>
            <pc:docMk/>
            <pc:sldMk cId="41641697" sldId="264"/>
            <ac:spMk id="14" creationId="{C5894F79-5F33-A47F-8011-EFCF2C381F5F}"/>
          </ac:spMkLst>
        </pc:spChg>
      </pc:sldChg>
      <pc:sldChg chg="del ord">
        <pc:chgData name="Zhongming Wang" userId="512e36ef2895e492" providerId="LiveId" clId="{0CCBC05F-ACAB-4218-89BF-6D3DBF4C775E}" dt="2024-05-29T16:34:21.521" v="13623" actId="47"/>
        <pc:sldMkLst>
          <pc:docMk/>
          <pc:sldMk cId="3521914053" sldId="306"/>
        </pc:sldMkLst>
      </pc:sldChg>
      <pc:sldChg chg="addSp delSp modSp add del mod">
        <pc:chgData name="Zhongming Wang" userId="512e36ef2895e492" providerId="LiveId" clId="{0CCBC05F-ACAB-4218-89BF-6D3DBF4C775E}" dt="2024-05-28T12:46:20.336" v="150" actId="47"/>
        <pc:sldMkLst>
          <pc:docMk/>
          <pc:sldMk cId="2353006314" sldId="422"/>
        </pc:sldMkLst>
        <pc:spChg chg="mod">
          <ac:chgData name="Zhongming Wang" userId="512e36ef2895e492" providerId="LiveId" clId="{0CCBC05F-ACAB-4218-89BF-6D3DBF4C775E}" dt="2024-05-28T12:46:17.373" v="142" actId="20577"/>
          <ac:spMkLst>
            <pc:docMk/>
            <pc:sldMk cId="2353006314" sldId="422"/>
            <ac:spMk id="24" creationId="{2E6F37BF-6FC2-4F1E-98EF-2B06C1267D1B}"/>
          </ac:spMkLst>
        </pc:spChg>
        <pc:picChg chg="add del">
          <ac:chgData name="Zhongming Wang" userId="512e36ef2895e492" providerId="LiveId" clId="{0CCBC05F-ACAB-4218-89BF-6D3DBF4C775E}" dt="2024-05-28T12:46:19.163" v="147" actId="478"/>
          <ac:picMkLst>
            <pc:docMk/>
            <pc:sldMk cId="2353006314" sldId="422"/>
            <ac:picMk id="4" creationId="{02A5E4AA-B53F-D4E6-7DF9-4BCB33CE67A2}"/>
          </ac:picMkLst>
        </pc:picChg>
        <pc:picChg chg="add del">
          <ac:chgData name="Zhongming Wang" userId="512e36ef2895e492" providerId="LiveId" clId="{0CCBC05F-ACAB-4218-89BF-6D3DBF4C775E}" dt="2024-05-28T12:46:18.483" v="144" actId="478"/>
          <ac:picMkLst>
            <pc:docMk/>
            <pc:sldMk cId="2353006314" sldId="422"/>
            <ac:picMk id="5" creationId="{8F3821F7-43DD-F46C-9834-65CC2A9A07CD}"/>
          </ac:picMkLst>
        </pc:picChg>
        <pc:picChg chg="add del">
          <ac:chgData name="Zhongming Wang" userId="512e36ef2895e492" providerId="LiveId" clId="{0CCBC05F-ACAB-4218-89BF-6D3DBF4C775E}" dt="2024-05-28T12:46:18.803" v="145" actId="478"/>
          <ac:picMkLst>
            <pc:docMk/>
            <pc:sldMk cId="2353006314" sldId="422"/>
            <ac:picMk id="6" creationId="{CCFE88D5-5F7E-B0ED-7E99-124A44FE9E47}"/>
          </ac:picMkLst>
        </pc:picChg>
        <pc:picChg chg="add del">
          <ac:chgData name="Zhongming Wang" userId="512e36ef2895e492" providerId="LiveId" clId="{0CCBC05F-ACAB-4218-89BF-6D3DBF4C775E}" dt="2024-05-28T12:46:17.503" v="143" actId="478"/>
          <ac:picMkLst>
            <pc:docMk/>
            <pc:sldMk cId="2353006314" sldId="422"/>
            <ac:picMk id="7" creationId="{BE03236B-4315-9433-206E-C19195A51CD9}"/>
          </ac:picMkLst>
        </pc:picChg>
        <pc:picChg chg="add del">
          <ac:chgData name="Zhongming Wang" userId="512e36ef2895e492" providerId="LiveId" clId="{0CCBC05F-ACAB-4218-89BF-6D3DBF4C775E}" dt="2024-05-28T12:46:18.975" v="146" actId="478"/>
          <ac:picMkLst>
            <pc:docMk/>
            <pc:sldMk cId="2353006314" sldId="422"/>
            <ac:picMk id="8" creationId="{06A7FF76-4633-550B-F4A5-738DFE2EF0AB}"/>
          </ac:picMkLst>
        </pc:picChg>
        <pc:picChg chg="add del">
          <ac:chgData name="Zhongming Wang" userId="512e36ef2895e492" providerId="LiveId" clId="{0CCBC05F-ACAB-4218-89BF-6D3DBF4C775E}" dt="2024-05-28T12:46:19.767" v="149" actId="478"/>
          <ac:picMkLst>
            <pc:docMk/>
            <pc:sldMk cId="2353006314" sldId="422"/>
            <ac:picMk id="9" creationId="{DEB70B8C-F63A-2021-7181-EC018C5BE4F7}"/>
          </ac:picMkLst>
        </pc:picChg>
        <pc:picChg chg="add del">
          <ac:chgData name="Zhongming Wang" userId="512e36ef2895e492" providerId="LiveId" clId="{0CCBC05F-ACAB-4218-89BF-6D3DBF4C775E}" dt="2024-05-28T12:46:19.553" v="148" actId="478"/>
          <ac:picMkLst>
            <pc:docMk/>
            <pc:sldMk cId="2353006314" sldId="422"/>
            <ac:picMk id="10" creationId="{80794594-A999-24A7-FFFD-8D8E0B1D8489}"/>
          </ac:picMkLst>
        </pc:picChg>
        <pc:picChg chg="add del">
          <ac:chgData name="Zhongming Wang" userId="512e36ef2895e492" providerId="LiveId" clId="{0CCBC05F-ACAB-4218-89BF-6D3DBF4C775E}" dt="2024-05-28T12:46:19.553" v="148" actId="478"/>
          <ac:picMkLst>
            <pc:docMk/>
            <pc:sldMk cId="2353006314" sldId="422"/>
            <ac:picMk id="11" creationId="{D7CD0B5B-3F19-A268-D6BF-B1414F7E9312}"/>
          </ac:picMkLst>
        </pc:picChg>
      </pc:sldChg>
      <pc:sldChg chg="modSp mod ord">
        <pc:chgData name="Zhongming Wang" userId="512e36ef2895e492" providerId="LiveId" clId="{0CCBC05F-ACAB-4218-89BF-6D3DBF4C775E}" dt="2024-05-29T16:48:33.869" v="14364"/>
        <pc:sldMkLst>
          <pc:docMk/>
          <pc:sldMk cId="2938366793" sldId="520"/>
        </pc:sldMkLst>
        <pc:spChg chg="mod">
          <ac:chgData name="Zhongming Wang" userId="512e36ef2895e492" providerId="LiveId" clId="{0CCBC05F-ACAB-4218-89BF-6D3DBF4C775E}" dt="2024-05-29T11:29:09.801" v="1393" actId="14100"/>
          <ac:spMkLst>
            <pc:docMk/>
            <pc:sldMk cId="2938366793" sldId="520"/>
            <ac:spMk id="23" creationId="{D4654109-3BAD-4B33-A80D-7B179C6EEFC1}"/>
          </ac:spMkLst>
        </pc:spChg>
      </pc:sldChg>
      <pc:sldChg chg="del">
        <pc:chgData name="Zhongming Wang" userId="512e36ef2895e492" providerId="LiveId" clId="{0CCBC05F-ACAB-4218-89BF-6D3DBF4C775E}" dt="2024-05-29T14:22:32.281" v="9758" actId="47"/>
        <pc:sldMkLst>
          <pc:docMk/>
          <pc:sldMk cId="2671361292" sldId="543"/>
        </pc:sldMkLst>
      </pc:sldChg>
      <pc:sldChg chg="del">
        <pc:chgData name="Zhongming Wang" userId="512e36ef2895e492" providerId="LiveId" clId="{0CCBC05F-ACAB-4218-89BF-6D3DBF4C775E}" dt="2024-05-28T12:44:48.638" v="48" actId="47"/>
        <pc:sldMkLst>
          <pc:docMk/>
          <pc:sldMk cId="1886266085" sldId="545"/>
        </pc:sldMkLst>
      </pc:sldChg>
      <pc:sldChg chg="add del">
        <pc:chgData name="Zhongming Wang" userId="512e36ef2895e492" providerId="LiveId" clId="{0CCBC05F-ACAB-4218-89BF-6D3DBF4C775E}" dt="2024-05-28T12:46:14.893" v="134" actId="47"/>
        <pc:sldMkLst>
          <pc:docMk/>
          <pc:sldMk cId="1124955945" sldId="546"/>
        </pc:sldMkLst>
      </pc:sldChg>
      <pc:sldChg chg="del">
        <pc:chgData name="Zhongming Wang" userId="512e36ef2895e492" providerId="LiveId" clId="{0CCBC05F-ACAB-4218-89BF-6D3DBF4C775E}" dt="2024-05-28T12:44:46.984" v="46" actId="47"/>
        <pc:sldMkLst>
          <pc:docMk/>
          <pc:sldMk cId="1608562594" sldId="547"/>
        </pc:sldMkLst>
      </pc:sldChg>
      <pc:sldChg chg="del">
        <pc:chgData name="Zhongming Wang" userId="512e36ef2895e492" providerId="LiveId" clId="{0CCBC05F-ACAB-4218-89BF-6D3DBF4C775E}" dt="2024-05-28T12:44:49.145" v="49" actId="47"/>
        <pc:sldMkLst>
          <pc:docMk/>
          <pc:sldMk cId="1255236592" sldId="548"/>
        </pc:sldMkLst>
      </pc:sldChg>
      <pc:sldChg chg="del">
        <pc:chgData name="Zhongming Wang" userId="512e36ef2895e492" providerId="LiveId" clId="{0CCBC05F-ACAB-4218-89BF-6D3DBF4C775E}" dt="2024-05-28T12:44:53.159" v="54" actId="47"/>
        <pc:sldMkLst>
          <pc:docMk/>
          <pc:sldMk cId="1386229304" sldId="549"/>
        </pc:sldMkLst>
      </pc:sldChg>
      <pc:sldChg chg="add del">
        <pc:chgData name="Zhongming Wang" userId="512e36ef2895e492" providerId="LiveId" clId="{0CCBC05F-ACAB-4218-89BF-6D3DBF4C775E}" dt="2024-05-28T12:46:14.698" v="133" actId="47"/>
        <pc:sldMkLst>
          <pc:docMk/>
          <pc:sldMk cId="2314927879" sldId="550"/>
        </pc:sldMkLst>
      </pc:sldChg>
      <pc:sldChg chg="del">
        <pc:chgData name="Zhongming Wang" userId="512e36ef2895e492" providerId="LiveId" clId="{0CCBC05F-ACAB-4218-89BF-6D3DBF4C775E}" dt="2024-05-28T12:44:54.728" v="59" actId="47"/>
        <pc:sldMkLst>
          <pc:docMk/>
          <pc:sldMk cId="4198475220" sldId="551"/>
        </pc:sldMkLst>
      </pc:sldChg>
      <pc:sldChg chg="del">
        <pc:chgData name="Zhongming Wang" userId="512e36ef2895e492" providerId="LiveId" clId="{0CCBC05F-ACAB-4218-89BF-6D3DBF4C775E}" dt="2024-05-28T12:44:48.113" v="47" actId="47"/>
        <pc:sldMkLst>
          <pc:docMk/>
          <pc:sldMk cId="1467383563" sldId="552"/>
        </pc:sldMkLst>
      </pc:sldChg>
      <pc:sldChg chg="del">
        <pc:chgData name="Zhongming Wang" userId="512e36ef2895e492" providerId="LiveId" clId="{0CCBC05F-ACAB-4218-89BF-6D3DBF4C775E}" dt="2024-05-28T12:44:52.973" v="53" actId="47"/>
        <pc:sldMkLst>
          <pc:docMk/>
          <pc:sldMk cId="889301709" sldId="554"/>
        </pc:sldMkLst>
      </pc:sldChg>
      <pc:sldChg chg="add del">
        <pc:chgData name="Zhongming Wang" userId="512e36ef2895e492" providerId="LiveId" clId="{0CCBC05F-ACAB-4218-89BF-6D3DBF4C775E}" dt="2024-05-28T12:45:04.343" v="68" actId="47"/>
        <pc:sldMkLst>
          <pc:docMk/>
          <pc:sldMk cId="3797276911" sldId="555"/>
        </pc:sldMkLst>
      </pc:sldChg>
      <pc:sldChg chg="del">
        <pc:chgData name="Zhongming Wang" userId="512e36ef2895e492" providerId="LiveId" clId="{0CCBC05F-ACAB-4218-89BF-6D3DBF4C775E}" dt="2024-05-28T12:44:53.407" v="55" actId="47"/>
        <pc:sldMkLst>
          <pc:docMk/>
          <pc:sldMk cId="1478034260" sldId="556"/>
        </pc:sldMkLst>
      </pc:sldChg>
      <pc:sldChg chg="del">
        <pc:chgData name="Zhongming Wang" userId="512e36ef2895e492" providerId="LiveId" clId="{0CCBC05F-ACAB-4218-89BF-6D3DBF4C775E}" dt="2024-05-28T12:44:53.913" v="57" actId="47"/>
        <pc:sldMkLst>
          <pc:docMk/>
          <pc:sldMk cId="3348895271" sldId="557"/>
        </pc:sldMkLst>
      </pc:sldChg>
      <pc:sldChg chg="del">
        <pc:chgData name="Zhongming Wang" userId="512e36ef2895e492" providerId="LiveId" clId="{0CCBC05F-ACAB-4218-89BF-6D3DBF4C775E}" dt="2024-05-28T12:44:43.505" v="41" actId="47"/>
        <pc:sldMkLst>
          <pc:docMk/>
          <pc:sldMk cId="12720654" sldId="559"/>
        </pc:sldMkLst>
      </pc:sldChg>
      <pc:sldChg chg="del">
        <pc:chgData name="Zhongming Wang" userId="512e36ef2895e492" providerId="LiveId" clId="{0CCBC05F-ACAB-4218-89BF-6D3DBF4C775E}" dt="2024-05-28T12:44:44.083" v="42" actId="47"/>
        <pc:sldMkLst>
          <pc:docMk/>
          <pc:sldMk cId="191288205" sldId="560"/>
        </pc:sldMkLst>
      </pc:sldChg>
      <pc:sldChg chg="del">
        <pc:chgData name="Zhongming Wang" userId="512e36ef2895e492" providerId="LiveId" clId="{0CCBC05F-ACAB-4218-89BF-6D3DBF4C775E}" dt="2024-05-28T12:44:44.930" v="43" actId="47"/>
        <pc:sldMkLst>
          <pc:docMk/>
          <pc:sldMk cId="1411173477" sldId="561"/>
        </pc:sldMkLst>
      </pc:sldChg>
      <pc:sldChg chg="del">
        <pc:chgData name="Zhongming Wang" userId="512e36ef2895e492" providerId="LiveId" clId="{0CCBC05F-ACAB-4218-89BF-6D3DBF4C775E}" dt="2024-05-28T12:44:52.566" v="51" actId="47"/>
        <pc:sldMkLst>
          <pc:docMk/>
          <pc:sldMk cId="3864134463" sldId="562"/>
        </pc:sldMkLst>
      </pc:sldChg>
      <pc:sldChg chg="del">
        <pc:chgData name="Zhongming Wang" userId="512e36ef2895e492" providerId="LiveId" clId="{0CCBC05F-ACAB-4218-89BF-6D3DBF4C775E}" dt="2024-05-28T12:44:53.679" v="56" actId="47"/>
        <pc:sldMkLst>
          <pc:docMk/>
          <pc:sldMk cId="3867011924" sldId="563"/>
        </pc:sldMkLst>
      </pc:sldChg>
      <pc:sldChg chg="del">
        <pc:chgData name="Zhongming Wang" userId="512e36ef2895e492" providerId="LiveId" clId="{0CCBC05F-ACAB-4218-89BF-6D3DBF4C775E}" dt="2024-05-28T12:44:52.777" v="52" actId="47"/>
        <pc:sldMkLst>
          <pc:docMk/>
          <pc:sldMk cId="1036242834" sldId="564"/>
        </pc:sldMkLst>
      </pc:sldChg>
      <pc:sldChg chg="del">
        <pc:chgData name="Zhongming Wang" userId="512e36ef2895e492" providerId="LiveId" clId="{0CCBC05F-ACAB-4218-89BF-6D3DBF4C775E}" dt="2024-05-28T12:44:54.120" v="58" actId="47"/>
        <pc:sldMkLst>
          <pc:docMk/>
          <pc:sldMk cId="1948687868" sldId="565"/>
        </pc:sldMkLst>
      </pc:sldChg>
      <pc:sldChg chg="del">
        <pc:chgData name="Zhongming Wang" userId="512e36ef2895e492" providerId="LiveId" clId="{0CCBC05F-ACAB-4218-89BF-6D3DBF4C775E}" dt="2024-05-28T12:44:46.355" v="45" actId="47"/>
        <pc:sldMkLst>
          <pc:docMk/>
          <pc:sldMk cId="4212663073" sldId="566"/>
        </pc:sldMkLst>
      </pc:sldChg>
      <pc:sldChg chg="del ord">
        <pc:chgData name="Zhongming Wang" userId="512e36ef2895e492" providerId="LiveId" clId="{0CCBC05F-ACAB-4218-89BF-6D3DBF4C775E}" dt="2024-05-28T12:44:52.278" v="50" actId="47"/>
        <pc:sldMkLst>
          <pc:docMk/>
          <pc:sldMk cId="1506407119" sldId="567"/>
        </pc:sldMkLst>
      </pc:sldChg>
      <pc:sldChg chg="del">
        <pc:chgData name="Zhongming Wang" userId="512e36ef2895e492" providerId="LiveId" clId="{0CCBC05F-ACAB-4218-89BF-6D3DBF4C775E}" dt="2024-05-28T12:44:45.463" v="44" actId="47"/>
        <pc:sldMkLst>
          <pc:docMk/>
          <pc:sldMk cId="3623475422" sldId="568"/>
        </pc:sldMkLst>
      </pc:sldChg>
      <pc:sldChg chg="add del">
        <pc:chgData name="Zhongming Wang" userId="512e36ef2895e492" providerId="LiveId" clId="{0CCBC05F-ACAB-4218-89BF-6D3DBF4C775E}" dt="2024-05-29T11:28:48.696" v="1390" actId="47"/>
        <pc:sldMkLst>
          <pc:docMk/>
          <pc:sldMk cId="2115204756" sldId="569"/>
        </pc:sldMkLst>
      </pc:sldChg>
      <pc:sldChg chg="addSp modSp add del mod modAnim">
        <pc:chgData name="Zhongming Wang" userId="512e36ef2895e492" providerId="LiveId" clId="{0CCBC05F-ACAB-4218-89BF-6D3DBF4C775E}" dt="2024-05-29T16:55:44.328" v="14438"/>
        <pc:sldMkLst>
          <pc:docMk/>
          <pc:sldMk cId="106700058" sldId="570"/>
        </pc:sldMkLst>
        <pc:spChg chg="mod">
          <ac:chgData name="Zhongming Wang" userId="512e36ef2895e492" providerId="LiveId" clId="{0CCBC05F-ACAB-4218-89BF-6D3DBF4C775E}" dt="2024-05-29T12:13:16.296" v="4416" actId="20577"/>
          <ac:spMkLst>
            <pc:docMk/>
            <pc:sldMk cId="106700058" sldId="570"/>
            <ac:spMk id="2" creationId="{95648C1A-9302-4744-8637-3D0075A57977}"/>
          </ac:spMkLst>
        </pc:spChg>
        <pc:spChg chg="add mod">
          <ac:chgData name="Zhongming Wang" userId="512e36ef2895e492" providerId="LiveId" clId="{0CCBC05F-ACAB-4218-89BF-6D3DBF4C775E}" dt="2024-05-28T12:46:05.336" v="113" actId="767"/>
          <ac:spMkLst>
            <pc:docMk/>
            <pc:sldMk cId="106700058" sldId="570"/>
            <ac:spMk id="4" creationId="{4E58371A-DC63-0CBA-9474-7A4EE45E8ABB}"/>
          </ac:spMkLst>
        </pc:spChg>
        <pc:spChg chg="add mod">
          <ac:chgData name="Zhongming Wang" userId="512e36ef2895e492" providerId="LiveId" clId="{0CCBC05F-ACAB-4218-89BF-6D3DBF4C775E}" dt="2024-05-29T11:33:31.864" v="1593" actId="20577"/>
          <ac:spMkLst>
            <pc:docMk/>
            <pc:sldMk cId="106700058" sldId="570"/>
            <ac:spMk id="4" creationId="{988C74F7-3145-10B9-C376-6D8F6F6865A6}"/>
          </ac:spMkLst>
        </pc:spChg>
        <pc:spChg chg="mod">
          <ac:chgData name="Zhongming Wang" userId="512e36ef2895e492" providerId="LiveId" clId="{0CCBC05F-ACAB-4218-89BF-6D3DBF4C775E}" dt="2024-05-29T12:23:18.756" v="5297" actId="5793"/>
          <ac:spMkLst>
            <pc:docMk/>
            <pc:sldMk cId="106700058" sldId="570"/>
            <ac:spMk id="10" creationId="{116D457E-C1F6-45E1-AC70-AE347E235D33}"/>
          </ac:spMkLst>
        </pc:spChg>
      </pc:sldChg>
      <pc:sldChg chg="delSp add del mod">
        <pc:chgData name="Zhongming Wang" userId="512e36ef2895e492" providerId="LiveId" clId="{0CCBC05F-ACAB-4218-89BF-6D3DBF4C775E}" dt="2024-05-29T02:27:28.231" v="1111" actId="47"/>
        <pc:sldMkLst>
          <pc:docMk/>
          <pc:sldMk cId="2148239370" sldId="571"/>
        </pc:sldMkLst>
        <pc:spChg chg="del">
          <ac:chgData name="Zhongming Wang" userId="512e36ef2895e492" providerId="LiveId" clId="{0CCBC05F-ACAB-4218-89BF-6D3DBF4C775E}" dt="2024-05-28T12:53:44.651" v="320" actId="478"/>
          <ac:spMkLst>
            <pc:docMk/>
            <pc:sldMk cId="2148239370" sldId="571"/>
            <ac:spMk id="4" creationId="{988C74F7-3145-10B9-C376-6D8F6F6865A6}"/>
          </ac:spMkLst>
        </pc:spChg>
      </pc:sldChg>
      <pc:sldChg chg="addSp modSp add mod">
        <pc:chgData name="Zhongming Wang" userId="512e36ef2895e492" providerId="LiveId" clId="{0CCBC05F-ACAB-4218-89BF-6D3DBF4C775E}" dt="2024-05-31T06:06:37.175" v="14808" actId="115"/>
        <pc:sldMkLst>
          <pc:docMk/>
          <pc:sldMk cId="1222092198" sldId="572"/>
        </pc:sldMkLst>
        <pc:spChg chg="mod">
          <ac:chgData name="Zhongming Wang" userId="512e36ef2895e492" providerId="LiveId" clId="{0CCBC05F-ACAB-4218-89BF-6D3DBF4C775E}" dt="2024-05-30T06:28:30.547" v="14584" actId="20577"/>
          <ac:spMkLst>
            <pc:docMk/>
            <pc:sldMk cId="1222092198" sldId="572"/>
            <ac:spMk id="2" creationId="{95648C1A-9302-4744-8637-3D0075A57977}"/>
          </ac:spMkLst>
        </pc:spChg>
        <pc:spChg chg="mod">
          <ac:chgData name="Zhongming Wang" userId="512e36ef2895e492" providerId="LiveId" clId="{0CCBC05F-ACAB-4218-89BF-6D3DBF4C775E}" dt="2024-05-31T06:06:37.175" v="14808" actId="115"/>
          <ac:spMkLst>
            <pc:docMk/>
            <pc:sldMk cId="1222092198" sldId="572"/>
            <ac:spMk id="10" creationId="{116D457E-C1F6-45E1-AC70-AE347E235D33}"/>
          </ac:spMkLst>
        </pc:spChg>
        <pc:picChg chg="add mod">
          <ac:chgData name="Zhongming Wang" userId="512e36ef2895e492" providerId="LiveId" clId="{0CCBC05F-ACAB-4218-89BF-6D3DBF4C775E}" dt="2024-05-29T11:44:01.268" v="2466" actId="1076"/>
          <ac:picMkLst>
            <pc:docMk/>
            <pc:sldMk cId="1222092198" sldId="572"/>
            <ac:picMk id="5" creationId="{5C80C75F-4C44-681E-AAD5-1EF8E1901473}"/>
          </ac:picMkLst>
        </pc:picChg>
      </pc:sldChg>
      <pc:sldChg chg="modSp add mod">
        <pc:chgData name="Zhongming Wang" userId="512e36ef2895e492" providerId="LiveId" clId="{0CCBC05F-ACAB-4218-89BF-6D3DBF4C775E}" dt="2024-05-29T12:22:41.226" v="5270" actId="20577"/>
        <pc:sldMkLst>
          <pc:docMk/>
          <pc:sldMk cId="2924855845" sldId="573"/>
        </pc:sldMkLst>
        <pc:spChg chg="mod">
          <ac:chgData name="Zhongming Wang" userId="512e36ef2895e492" providerId="LiveId" clId="{0CCBC05F-ACAB-4218-89BF-6D3DBF4C775E}" dt="2024-05-29T12:13:38.496" v="4434" actId="20577"/>
          <ac:spMkLst>
            <pc:docMk/>
            <pc:sldMk cId="2924855845" sldId="573"/>
            <ac:spMk id="2" creationId="{95648C1A-9302-4744-8637-3D0075A57977}"/>
          </ac:spMkLst>
        </pc:spChg>
        <pc:spChg chg="mod">
          <ac:chgData name="Zhongming Wang" userId="512e36ef2895e492" providerId="LiveId" clId="{0CCBC05F-ACAB-4218-89BF-6D3DBF4C775E}" dt="2024-05-29T12:22:41.226" v="5270" actId="20577"/>
          <ac:spMkLst>
            <pc:docMk/>
            <pc:sldMk cId="2924855845" sldId="573"/>
            <ac:spMk id="10" creationId="{116D457E-C1F6-45E1-AC70-AE347E235D33}"/>
          </ac:spMkLst>
        </pc:spChg>
      </pc:sldChg>
      <pc:sldChg chg="addSp delSp modSp add mod modAnim">
        <pc:chgData name="Zhongming Wang" userId="512e36ef2895e492" providerId="LiveId" clId="{0CCBC05F-ACAB-4218-89BF-6D3DBF4C775E}" dt="2024-05-30T06:38:51.992" v="14743" actId="20577"/>
        <pc:sldMkLst>
          <pc:docMk/>
          <pc:sldMk cId="239459267" sldId="574"/>
        </pc:sldMkLst>
        <pc:spChg chg="mod">
          <ac:chgData name="Zhongming Wang" userId="512e36ef2895e492" providerId="LiveId" clId="{0CCBC05F-ACAB-4218-89BF-6D3DBF4C775E}" dt="2024-05-28T12:59:03.863" v="575" actId="20577"/>
          <ac:spMkLst>
            <pc:docMk/>
            <pc:sldMk cId="239459267" sldId="574"/>
            <ac:spMk id="2" creationId="{95648C1A-9302-4744-8637-3D0075A57977}"/>
          </ac:spMkLst>
        </pc:spChg>
        <pc:spChg chg="add del mod">
          <ac:chgData name="Zhongming Wang" userId="512e36ef2895e492" providerId="LiveId" clId="{0CCBC05F-ACAB-4218-89BF-6D3DBF4C775E}" dt="2024-05-29T14:10:55.428" v="9092" actId="478"/>
          <ac:spMkLst>
            <pc:docMk/>
            <pc:sldMk cId="239459267" sldId="574"/>
            <ac:spMk id="4" creationId="{9AA76FDE-E3BA-346D-2669-793C6ADE089E}"/>
          </ac:spMkLst>
        </pc:spChg>
        <pc:spChg chg="add mod">
          <ac:chgData name="Zhongming Wang" userId="512e36ef2895e492" providerId="LiveId" clId="{0CCBC05F-ACAB-4218-89BF-6D3DBF4C775E}" dt="2024-05-30T06:36:39.538" v="14661" actId="21"/>
          <ac:spMkLst>
            <pc:docMk/>
            <pc:sldMk cId="239459267" sldId="574"/>
            <ac:spMk id="5" creationId="{DFCF8009-6F36-1E09-D303-F8E29D74A7B6}"/>
          </ac:spMkLst>
        </pc:spChg>
        <pc:spChg chg="mod">
          <ac:chgData name="Zhongming Wang" userId="512e36ef2895e492" providerId="LiveId" clId="{0CCBC05F-ACAB-4218-89BF-6D3DBF4C775E}" dt="2024-05-30T06:38:51.992" v="14743" actId="20577"/>
          <ac:spMkLst>
            <pc:docMk/>
            <pc:sldMk cId="239459267" sldId="574"/>
            <ac:spMk id="10" creationId="{116D457E-C1F6-45E1-AC70-AE347E235D33}"/>
          </ac:spMkLst>
        </pc:spChg>
      </pc:sldChg>
      <pc:sldChg chg="modSp add mod ord">
        <pc:chgData name="Zhongming Wang" userId="512e36ef2895e492" providerId="LiveId" clId="{0CCBC05F-ACAB-4218-89BF-6D3DBF4C775E}" dt="2024-05-31T06:14:12.374" v="14838" actId="20577"/>
        <pc:sldMkLst>
          <pc:docMk/>
          <pc:sldMk cId="3338100705" sldId="575"/>
        </pc:sldMkLst>
        <pc:spChg chg="mod">
          <ac:chgData name="Zhongming Wang" userId="512e36ef2895e492" providerId="LiveId" clId="{0CCBC05F-ACAB-4218-89BF-6D3DBF4C775E}" dt="2024-05-28T12:59:19.523" v="589" actId="20577"/>
          <ac:spMkLst>
            <pc:docMk/>
            <pc:sldMk cId="3338100705" sldId="575"/>
            <ac:spMk id="2" creationId="{95648C1A-9302-4744-8637-3D0075A57977}"/>
          </ac:spMkLst>
        </pc:spChg>
        <pc:spChg chg="mod">
          <ac:chgData name="Zhongming Wang" userId="512e36ef2895e492" providerId="LiveId" clId="{0CCBC05F-ACAB-4218-89BF-6D3DBF4C775E}" dt="2024-05-31T06:14:12.374" v="14838" actId="20577"/>
          <ac:spMkLst>
            <pc:docMk/>
            <pc:sldMk cId="3338100705" sldId="575"/>
            <ac:spMk id="10" creationId="{116D457E-C1F6-45E1-AC70-AE347E235D33}"/>
          </ac:spMkLst>
        </pc:spChg>
      </pc:sldChg>
      <pc:sldChg chg="modSp add del mod ord">
        <pc:chgData name="Zhongming Wang" userId="512e36ef2895e492" providerId="LiveId" clId="{0CCBC05F-ACAB-4218-89BF-6D3DBF4C775E}" dt="2024-05-29T14:11:33.106" v="9128" actId="47"/>
        <pc:sldMkLst>
          <pc:docMk/>
          <pc:sldMk cId="2472464890" sldId="576"/>
        </pc:sldMkLst>
        <pc:spChg chg="mod">
          <ac:chgData name="Zhongming Wang" userId="512e36ef2895e492" providerId="LiveId" clId="{0CCBC05F-ACAB-4218-89BF-6D3DBF4C775E}" dt="2024-05-28T13:00:02.483" v="664" actId="20577"/>
          <ac:spMkLst>
            <pc:docMk/>
            <pc:sldMk cId="2472464890" sldId="576"/>
            <ac:spMk id="2" creationId="{95648C1A-9302-4744-8637-3D0075A57977}"/>
          </ac:spMkLst>
        </pc:spChg>
        <pc:spChg chg="mod">
          <ac:chgData name="Zhongming Wang" userId="512e36ef2895e492" providerId="LiveId" clId="{0CCBC05F-ACAB-4218-89BF-6D3DBF4C775E}" dt="2024-05-29T02:19:38.755" v="1110" actId="14100"/>
          <ac:spMkLst>
            <pc:docMk/>
            <pc:sldMk cId="2472464890" sldId="576"/>
            <ac:spMk id="10" creationId="{116D457E-C1F6-45E1-AC70-AE347E235D33}"/>
          </ac:spMkLst>
        </pc:spChg>
      </pc:sldChg>
      <pc:sldChg chg="addSp modSp add mod">
        <pc:chgData name="Zhongming Wang" userId="512e36ef2895e492" providerId="LiveId" clId="{0CCBC05F-ACAB-4218-89BF-6D3DBF4C775E}" dt="2024-05-31T06:15:26.934" v="14931" actId="20577"/>
        <pc:sldMkLst>
          <pc:docMk/>
          <pc:sldMk cId="2323983725" sldId="577"/>
        </pc:sldMkLst>
        <pc:spChg chg="mod">
          <ac:chgData name="Zhongming Wang" userId="512e36ef2895e492" providerId="LiveId" clId="{0CCBC05F-ACAB-4218-89BF-6D3DBF4C775E}" dt="2024-05-29T09:16:36.902" v="1270" actId="20577"/>
          <ac:spMkLst>
            <pc:docMk/>
            <pc:sldMk cId="2323983725" sldId="577"/>
            <ac:spMk id="2" creationId="{95648C1A-9302-4744-8637-3D0075A57977}"/>
          </ac:spMkLst>
        </pc:spChg>
        <pc:spChg chg="mod">
          <ac:chgData name="Zhongming Wang" userId="512e36ef2895e492" providerId="LiveId" clId="{0CCBC05F-ACAB-4218-89BF-6D3DBF4C775E}" dt="2024-05-31T06:15:26.934" v="14931" actId="20577"/>
          <ac:spMkLst>
            <pc:docMk/>
            <pc:sldMk cId="2323983725" sldId="577"/>
            <ac:spMk id="10" creationId="{116D457E-C1F6-45E1-AC70-AE347E235D33}"/>
          </ac:spMkLst>
        </pc:spChg>
        <pc:picChg chg="add mod">
          <ac:chgData name="Zhongming Wang" userId="512e36ef2895e492" providerId="LiveId" clId="{0CCBC05F-ACAB-4218-89BF-6D3DBF4C775E}" dt="2024-05-29T16:34:06.710" v="13622" actId="1076"/>
          <ac:picMkLst>
            <pc:docMk/>
            <pc:sldMk cId="2323983725" sldId="577"/>
            <ac:picMk id="1026" creationId="{B191B838-908E-C9AE-51E0-6D97F7FB6BCA}"/>
          </ac:picMkLst>
        </pc:picChg>
      </pc:sldChg>
      <pc:sldChg chg="modSp add del mod ord">
        <pc:chgData name="Zhongming Wang" userId="512e36ef2895e492" providerId="LiveId" clId="{0CCBC05F-ACAB-4218-89BF-6D3DBF4C775E}" dt="2024-05-29T14:19:28.041" v="9645" actId="47"/>
        <pc:sldMkLst>
          <pc:docMk/>
          <pc:sldMk cId="469017431" sldId="578"/>
        </pc:sldMkLst>
        <pc:spChg chg="mod">
          <ac:chgData name="Zhongming Wang" userId="512e36ef2895e492" providerId="LiveId" clId="{0CCBC05F-ACAB-4218-89BF-6D3DBF4C775E}" dt="2024-05-29T09:17:31.242" v="1323" actId="20577"/>
          <ac:spMkLst>
            <pc:docMk/>
            <pc:sldMk cId="469017431" sldId="578"/>
            <ac:spMk id="2" creationId="{95648C1A-9302-4744-8637-3D0075A57977}"/>
          </ac:spMkLst>
        </pc:spChg>
      </pc:sldChg>
      <pc:sldChg chg="addSp modSp add mod">
        <pc:chgData name="Zhongming Wang" userId="512e36ef2895e492" providerId="LiveId" clId="{0CCBC05F-ACAB-4218-89BF-6D3DBF4C775E}" dt="2024-05-29T16:56:06.813" v="14442" actId="20577"/>
        <pc:sldMkLst>
          <pc:docMk/>
          <pc:sldMk cId="2646108977" sldId="579"/>
        </pc:sldMkLst>
        <pc:spChg chg="mod">
          <ac:chgData name="Zhongming Wang" userId="512e36ef2895e492" providerId="LiveId" clId="{0CCBC05F-ACAB-4218-89BF-6D3DBF4C775E}" dt="2024-05-29T11:50:09.938" v="2879" actId="20577"/>
          <ac:spMkLst>
            <pc:docMk/>
            <pc:sldMk cId="2646108977" sldId="579"/>
            <ac:spMk id="2" creationId="{95648C1A-9302-4744-8637-3D0075A57977}"/>
          </ac:spMkLst>
        </pc:spChg>
        <pc:spChg chg="add mod">
          <ac:chgData name="Zhongming Wang" userId="512e36ef2895e492" providerId="LiveId" clId="{0CCBC05F-ACAB-4218-89BF-6D3DBF4C775E}" dt="2024-05-29T11:54:03" v="3368" actId="1076"/>
          <ac:spMkLst>
            <pc:docMk/>
            <pc:sldMk cId="2646108977" sldId="579"/>
            <ac:spMk id="4" creationId="{E4AF9A08-4850-9FF7-B3CB-FF19E55AEA2D}"/>
          </ac:spMkLst>
        </pc:spChg>
        <pc:spChg chg="mod">
          <ac:chgData name="Zhongming Wang" userId="512e36ef2895e492" providerId="LiveId" clId="{0CCBC05F-ACAB-4218-89BF-6D3DBF4C775E}" dt="2024-05-29T16:56:06.813" v="14442" actId="20577"/>
          <ac:spMkLst>
            <pc:docMk/>
            <pc:sldMk cId="2646108977" sldId="579"/>
            <ac:spMk id="10" creationId="{116D457E-C1F6-45E1-AC70-AE347E235D33}"/>
          </ac:spMkLst>
        </pc:spChg>
      </pc:sldChg>
      <pc:sldChg chg="addSp delSp modSp add mod">
        <pc:chgData name="Zhongming Wang" userId="512e36ef2895e492" providerId="LiveId" clId="{0CCBC05F-ACAB-4218-89BF-6D3DBF4C775E}" dt="2024-05-31T06:12:19.717" v="14821" actId="20577"/>
        <pc:sldMkLst>
          <pc:docMk/>
          <pc:sldMk cId="1464042413" sldId="580"/>
        </pc:sldMkLst>
        <pc:spChg chg="mod">
          <ac:chgData name="Zhongming Wang" userId="512e36ef2895e492" providerId="LiveId" clId="{0CCBC05F-ACAB-4218-89BF-6D3DBF4C775E}" dt="2024-05-29T12:33:49.580" v="6079" actId="20577"/>
          <ac:spMkLst>
            <pc:docMk/>
            <pc:sldMk cId="1464042413" sldId="580"/>
            <ac:spMk id="2" creationId="{95648C1A-9302-4744-8637-3D0075A57977}"/>
          </ac:spMkLst>
        </pc:spChg>
        <pc:spChg chg="add del mod">
          <ac:chgData name="Zhongming Wang" userId="512e36ef2895e492" providerId="LiveId" clId="{0CCBC05F-ACAB-4218-89BF-6D3DBF4C775E}" dt="2024-05-29T13:52:31.132" v="7681" actId="478"/>
          <ac:spMkLst>
            <pc:docMk/>
            <pc:sldMk cId="1464042413" sldId="580"/>
            <ac:spMk id="4" creationId="{3F64182B-437E-EA31-F652-64A32B0F55FE}"/>
          </ac:spMkLst>
        </pc:spChg>
        <pc:spChg chg="add mod">
          <ac:chgData name="Zhongming Wang" userId="512e36ef2895e492" providerId="LiveId" clId="{0CCBC05F-ACAB-4218-89BF-6D3DBF4C775E}" dt="2024-05-29T13:52:31.413" v="7682"/>
          <ac:spMkLst>
            <pc:docMk/>
            <pc:sldMk cId="1464042413" sldId="580"/>
            <ac:spMk id="6" creationId="{31231B8E-D312-6B7F-48E2-23CF5E1D5A8A}"/>
          </ac:spMkLst>
        </pc:spChg>
        <pc:spChg chg="mod">
          <ac:chgData name="Zhongming Wang" userId="512e36ef2895e492" providerId="LiveId" clId="{0CCBC05F-ACAB-4218-89BF-6D3DBF4C775E}" dt="2024-05-31T06:12:19.717" v="14821" actId="20577"/>
          <ac:spMkLst>
            <pc:docMk/>
            <pc:sldMk cId="1464042413" sldId="580"/>
            <ac:spMk id="10" creationId="{116D457E-C1F6-45E1-AC70-AE347E235D33}"/>
          </ac:spMkLst>
        </pc:spChg>
        <pc:picChg chg="del mod">
          <ac:chgData name="Zhongming Wang" userId="512e36ef2895e492" providerId="LiveId" clId="{0CCBC05F-ACAB-4218-89BF-6D3DBF4C775E}" dt="2024-05-29T12:09:10.997" v="4152" actId="478"/>
          <ac:picMkLst>
            <pc:docMk/>
            <pc:sldMk cId="1464042413" sldId="580"/>
            <ac:picMk id="5" creationId="{5C80C75F-4C44-681E-AAD5-1EF8E1901473}"/>
          </ac:picMkLst>
        </pc:picChg>
      </pc:sldChg>
      <pc:sldChg chg="addSp modSp add mod">
        <pc:chgData name="Zhongming Wang" userId="512e36ef2895e492" providerId="LiveId" clId="{0CCBC05F-ACAB-4218-89BF-6D3DBF4C775E}" dt="2024-05-30T06:31:22.241" v="14592" actId="20577"/>
        <pc:sldMkLst>
          <pc:docMk/>
          <pc:sldMk cId="1680892530" sldId="581"/>
        </pc:sldMkLst>
        <pc:spChg chg="mod">
          <ac:chgData name="Zhongming Wang" userId="512e36ef2895e492" providerId="LiveId" clId="{0CCBC05F-ACAB-4218-89BF-6D3DBF4C775E}" dt="2024-05-30T06:30:55.714" v="14589" actId="20577"/>
          <ac:spMkLst>
            <pc:docMk/>
            <pc:sldMk cId="1680892530" sldId="581"/>
            <ac:spMk id="2" creationId="{95648C1A-9302-4744-8637-3D0075A57977}"/>
          </ac:spMkLst>
        </pc:spChg>
        <pc:spChg chg="mod">
          <ac:chgData name="Zhongming Wang" userId="512e36ef2895e492" providerId="LiveId" clId="{0CCBC05F-ACAB-4218-89BF-6D3DBF4C775E}" dt="2024-05-30T06:31:22.241" v="14592" actId="20577"/>
          <ac:spMkLst>
            <pc:docMk/>
            <pc:sldMk cId="1680892530" sldId="581"/>
            <ac:spMk id="10" creationId="{116D457E-C1F6-45E1-AC70-AE347E235D33}"/>
          </ac:spMkLst>
        </pc:spChg>
        <pc:picChg chg="add mod">
          <ac:chgData name="Zhongming Wang" userId="512e36ef2895e492" providerId="LiveId" clId="{0CCBC05F-ACAB-4218-89BF-6D3DBF4C775E}" dt="2024-05-29T12:02:12.849" v="3787" actId="1076"/>
          <ac:picMkLst>
            <pc:docMk/>
            <pc:sldMk cId="1680892530" sldId="581"/>
            <ac:picMk id="5" creationId="{D768800C-9D87-DC1E-5AA2-EF0C7350A929}"/>
          </ac:picMkLst>
        </pc:picChg>
      </pc:sldChg>
      <pc:sldChg chg="addSp delSp modSp add mod">
        <pc:chgData name="Zhongming Wang" userId="512e36ef2895e492" providerId="LiveId" clId="{0CCBC05F-ACAB-4218-89BF-6D3DBF4C775E}" dt="2024-05-29T16:56:41.013" v="14448" actId="20577"/>
        <pc:sldMkLst>
          <pc:docMk/>
          <pc:sldMk cId="2934242524" sldId="582"/>
        </pc:sldMkLst>
        <pc:spChg chg="mod">
          <ac:chgData name="Zhongming Wang" userId="512e36ef2895e492" providerId="LiveId" clId="{0CCBC05F-ACAB-4218-89BF-6D3DBF4C775E}" dt="2024-05-29T16:56:41.013" v="14448" actId="20577"/>
          <ac:spMkLst>
            <pc:docMk/>
            <pc:sldMk cId="2934242524" sldId="582"/>
            <ac:spMk id="2" creationId="{95648C1A-9302-4744-8637-3D0075A57977}"/>
          </ac:spMkLst>
        </pc:spChg>
        <pc:spChg chg="add del mod">
          <ac:chgData name="Zhongming Wang" userId="512e36ef2895e492" providerId="LiveId" clId="{0CCBC05F-ACAB-4218-89BF-6D3DBF4C775E}" dt="2024-05-29T13:52:27.410" v="7679" actId="478"/>
          <ac:spMkLst>
            <pc:docMk/>
            <pc:sldMk cId="2934242524" sldId="582"/>
            <ac:spMk id="4" creationId="{E5DAB440-D2DE-7687-5E2F-A1AC22A875DC}"/>
          </ac:spMkLst>
        </pc:spChg>
        <pc:spChg chg="add mod">
          <ac:chgData name="Zhongming Wang" userId="512e36ef2895e492" providerId="LiveId" clId="{0CCBC05F-ACAB-4218-89BF-6D3DBF4C775E}" dt="2024-05-29T13:52:27.647" v="7680"/>
          <ac:spMkLst>
            <pc:docMk/>
            <pc:sldMk cId="2934242524" sldId="582"/>
            <ac:spMk id="5" creationId="{E5D5A6D0-B954-D8BE-0CC8-1CC2FCDCB5A3}"/>
          </ac:spMkLst>
        </pc:spChg>
        <pc:spChg chg="mod">
          <ac:chgData name="Zhongming Wang" userId="512e36ef2895e492" providerId="LiveId" clId="{0CCBC05F-ACAB-4218-89BF-6D3DBF4C775E}" dt="2024-05-29T13:57:10.584" v="7767"/>
          <ac:spMkLst>
            <pc:docMk/>
            <pc:sldMk cId="2934242524" sldId="582"/>
            <ac:spMk id="10" creationId="{116D457E-C1F6-45E1-AC70-AE347E235D33}"/>
          </ac:spMkLst>
        </pc:spChg>
      </pc:sldChg>
      <pc:sldChg chg="addSp delSp modSp add del mod modAnim">
        <pc:chgData name="Zhongming Wang" userId="512e36ef2895e492" providerId="LiveId" clId="{0CCBC05F-ACAB-4218-89BF-6D3DBF4C775E}" dt="2024-05-31T06:13:17.629" v="14823"/>
        <pc:sldMkLst>
          <pc:docMk/>
          <pc:sldMk cId="1351298068" sldId="583"/>
        </pc:sldMkLst>
        <pc:spChg chg="mod">
          <ac:chgData name="Zhongming Wang" userId="512e36ef2895e492" providerId="LiveId" clId="{0CCBC05F-ACAB-4218-89BF-6D3DBF4C775E}" dt="2024-05-29T16:56:30.476" v="14444" actId="20577"/>
          <ac:spMkLst>
            <pc:docMk/>
            <pc:sldMk cId="1351298068" sldId="583"/>
            <ac:spMk id="2" creationId="{95648C1A-9302-4744-8637-3D0075A57977}"/>
          </ac:spMkLst>
        </pc:spChg>
        <pc:spChg chg="add mod">
          <ac:chgData name="Zhongming Wang" userId="512e36ef2895e492" providerId="LiveId" clId="{0CCBC05F-ACAB-4218-89BF-6D3DBF4C775E}" dt="2024-05-30T06:33:48.325" v="14600" actId="1076"/>
          <ac:spMkLst>
            <pc:docMk/>
            <pc:sldMk cId="1351298068" sldId="583"/>
            <ac:spMk id="4" creationId="{7D8411A4-9E45-7EAD-6F3C-D158590AFEAC}"/>
          </ac:spMkLst>
        </pc:spChg>
        <pc:spChg chg="add del mod">
          <ac:chgData name="Zhongming Wang" userId="512e36ef2895e492" providerId="LiveId" clId="{0CCBC05F-ACAB-4218-89BF-6D3DBF4C775E}" dt="2024-05-29T13:52:24.587" v="7677" actId="478"/>
          <ac:spMkLst>
            <pc:docMk/>
            <pc:sldMk cId="1351298068" sldId="583"/>
            <ac:spMk id="4" creationId="{8B184D40-FFEE-29FE-6BA4-B31C3334458D}"/>
          </ac:spMkLst>
        </pc:spChg>
        <pc:spChg chg="add del mod">
          <ac:chgData name="Zhongming Wang" userId="512e36ef2895e492" providerId="LiveId" clId="{0CCBC05F-ACAB-4218-89BF-6D3DBF4C775E}" dt="2024-05-29T12:53:19.915" v="7643" actId="478"/>
          <ac:spMkLst>
            <pc:docMk/>
            <pc:sldMk cId="1351298068" sldId="583"/>
            <ac:spMk id="5" creationId="{430AEB0E-DA93-1279-5BD3-5F40AB7F839C}"/>
          </ac:spMkLst>
        </pc:spChg>
        <pc:spChg chg="add mod">
          <ac:chgData name="Zhongming Wang" userId="512e36ef2895e492" providerId="LiveId" clId="{0CCBC05F-ACAB-4218-89BF-6D3DBF4C775E}" dt="2024-05-29T13:52:24.855" v="7678"/>
          <ac:spMkLst>
            <pc:docMk/>
            <pc:sldMk cId="1351298068" sldId="583"/>
            <ac:spMk id="6" creationId="{4E156107-7FEC-2BCB-628C-A84BB0C16C60}"/>
          </ac:spMkLst>
        </pc:spChg>
        <pc:spChg chg="mod">
          <ac:chgData name="Zhongming Wang" userId="512e36ef2895e492" providerId="LiveId" clId="{0CCBC05F-ACAB-4218-89BF-6D3DBF4C775E}" dt="2024-05-30T06:33:44.042" v="14599" actId="115"/>
          <ac:spMkLst>
            <pc:docMk/>
            <pc:sldMk cId="1351298068" sldId="583"/>
            <ac:spMk id="10" creationId="{116D457E-C1F6-45E1-AC70-AE347E235D33}"/>
          </ac:spMkLst>
        </pc:spChg>
      </pc:sldChg>
      <pc:sldChg chg="addSp delSp modSp add mod">
        <pc:chgData name="Zhongming Wang" userId="512e36ef2895e492" providerId="LiveId" clId="{0CCBC05F-ACAB-4218-89BF-6D3DBF4C775E}" dt="2024-05-29T16:56:35.013" v="14446" actId="20577"/>
        <pc:sldMkLst>
          <pc:docMk/>
          <pc:sldMk cId="2090150913" sldId="584"/>
        </pc:sldMkLst>
        <pc:spChg chg="mod">
          <ac:chgData name="Zhongming Wang" userId="512e36ef2895e492" providerId="LiveId" clId="{0CCBC05F-ACAB-4218-89BF-6D3DBF4C775E}" dt="2024-05-29T16:56:35.013" v="14446" actId="20577"/>
          <ac:spMkLst>
            <pc:docMk/>
            <pc:sldMk cId="2090150913" sldId="584"/>
            <ac:spMk id="2" creationId="{95648C1A-9302-4744-8637-3D0075A57977}"/>
          </ac:spMkLst>
        </pc:spChg>
        <pc:spChg chg="mod">
          <ac:chgData name="Zhongming Wang" userId="512e36ef2895e492" providerId="LiveId" clId="{0CCBC05F-ACAB-4218-89BF-6D3DBF4C775E}" dt="2024-05-29T13:52:57.818" v="7700" actId="20577"/>
          <ac:spMkLst>
            <pc:docMk/>
            <pc:sldMk cId="2090150913" sldId="584"/>
            <ac:spMk id="4" creationId="{8B184D40-FFEE-29FE-6BA4-B31C3334458D}"/>
          </ac:spMkLst>
        </pc:spChg>
        <pc:spChg chg="add mod">
          <ac:chgData name="Zhongming Wang" userId="512e36ef2895e492" providerId="LiveId" clId="{0CCBC05F-ACAB-4218-89BF-6D3DBF4C775E}" dt="2024-05-29T16:50:14.790" v="14397" actId="207"/>
          <ac:spMkLst>
            <pc:docMk/>
            <pc:sldMk cId="2090150913" sldId="584"/>
            <ac:spMk id="5" creationId="{EAB01A33-5E9F-4E0D-6254-520E093259A2}"/>
          </ac:spMkLst>
        </pc:spChg>
        <pc:spChg chg="del mod">
          <ac:chgData name="Zhongming Wang" userId="512e36ef2895e492" providerId="LiveId" clId="{0CCBC05F-ACAB-4218-89BF-6D3DBF4C775E}" dt="2024-05-29T13:56:57.323" v="7754" actId="478"/>
          <ac:spMkLst>
            <pc:docMk/>
            <pc:sldMk cId="2090150913" sldId="584"/>
            <ac:spMk id="10" creationId="{116D457E-C1F6-45E1-AC70-AE347E235D33}"/>
          </ac:spMkLst>
        </pc:spChg>
      </pc:sldChg>
      <pc:sldChg chg="addSp delSp modSp add mod ord">
        <pc:chgData name="Zhongming Wang" userId="512e36ef2895e492" providerId="LiveId" clId="{0CCBC05F-ACAB-4218-89BF-6D3DBF4C775E}" dt="2024-05-30T06:34:30.199" v="14641" actId="20577"/>
        <pc:sldMkLst>
          <pc:docMk/>
          <pc:sldMk cId="3985253425" sldId="585"/>
        </pc:sldMkLst>
        <pc:spChg chg="mod">
          <ac:chgData name="Zhongming Wang" userId="512e36ef2895e492" providerId="LiveId" clId="{0CCBC05F-ACAB-4218-89BF-6D3DBF4C775E}" dt="2024-05-29T16:56:45.727" v="14450" actId="20577"/>
          <ac:spMkLst>
            <pc:docMk/>
            <pc:sldMk cId="3985253425" sldId="585"/>
            <ac:spMk id="2" creationId="{95648C1A-9302-4744-8637-3D0075A57977}"/>
          </ac:spMkLst>
        </pc:spChg>
        <pc:spChg chg="del">
          <ac:chgData name="Zhongming Wang" userId="512e36ef2895e492" providerId="LiveId" clId="{0CCBC05F-ACAB-4218-89BF-6D3DBF4C775E}" dt="2024-05-29T14:04:36.099" v="8544" actId="478"/>
          <ac:spMkLst>
            <pc:docMk/>
            <pc:sldMk cId="3985253425" sldId="585"/>
            <ac:spMk id="5" creationId="{EAB01A33-5E9F-4E0D-6254-520E093259A2}"/>
          </ac:spMkLst>
        </pc:spChg>
        <pc:spChg chg="add mod">
          <ac:chgData name="Zhongming Wang" userId="512e36ef2895e492" providerId="LiveId" clId="{0CCBC05F-ACAB-4218-89BF-6D3DBF4C775E}" dt="2024-05-30T06:34:30.199" v="14641" actId="20577"/>
          <ac:spMkLst>
            <pc:docMk/>
            <pc:sldMk cId="3985253425" sldId="585"/>
            <ac:spMk id="6" creationId="{799ED836-327F-4E1E-082A-4A467C95CC7E}"/>
          </ac:spMkLst>
        </pc:spChg>
      </pc:sldChg>
      <pc:sldChg chg="modSp add mod ord">
        <pc:chgData name="Zhongming Wang" userId="512e36ef2895e492" providerId="LiveId" clId="{0CCBC05F-ACAB-4218-89BF-6D3DBF4C775E}" dt="2024-05-29T16:56:48.628" v="14452" actId="20577"/>
        <pc:sldMkLst>
          <pc:docMk/>
          <pc:sldMk cId="3802237289" sldId="586"/>
        </pc:sldMkLst>
        <pc:spChg chg="mod">
          <ac:chgData name="Zhongming Wang" userId="512e36ef2895e492" providerId="LiveId" clId="{0CCBC05F-ACAB-4218-89BF-6D3DBF4C775E}" dt="2024-05-29T16:56:48.628" v="14452" actId="20577"/>
          <ac:spMkLst>
            <pc:docMk/>
            <pc:sldMk cId="3802237289" sldId="586"/>
            <ac:spMk id="2" creationId="{95648C1A-9302-4744-8637-3D0075A57977}"/>
          </ac:spMkLst>
        </pc:spChg>
        <pc:spChg chg="mod">
          <ac:chgData name="Zhongming Wang" userId="512e36ef2895e492" providerId="LiveId" clId="{0CCBC05F-ACAB-4218-89BF-6D3DBF4C775E}" dt="2024-05-29T15:58:06.176" v="11276" actId="20577"/>
          <ac:spMkLst>
            <pc:docMk/>
            <pc:sldMk cId="3802237289" sldId="586"/>
            <ac:spMk id="6" creationId="{799ED836-327F-4E1E-082A-4A467C95CC7E}"/>
          </ac:spMkLst>
        </pc:spChg>
      </pc:sldChg>
      <pc:sldChg chg="addSp delSp modSp add mod ord modAnim">
        <pc:chgData name="Zhongming Wang" userId="512e36ef2895e492" providerId="LiveId" clId="{0CCBC05F-ACAB-4218-89BF-6D3DBF4C775E}" dt="2024-05-30T06:39:37.984" v="14757" actId="207"/>
        <pc:sldMkLst>
          <pc:docMk/>
          <pc:sldMk cId="4229057842" sldId="587"/>
        </pc:sldMkLst>
        <pc:spChg chg="mod">
          <ac:chgData name="Zhongming Wang" userId="512e36ef2895e492" providerId="LiveId" clId="{0CCBC05F-ACAB-4218-89BF-6D3DBF4C775E}" dt="2024-05-30T06:39:09.344" v="14745" actId="21"/>
          <ac:spMkLst>
            <pc:docMk/>
            <pc:sldMk cId="4229057842" sldId="587"/>
            <ac:spMk id="2" creationId="{95648C1A-9302-4744-8637-3D0075A57977}"/>
          </ac:spMkLst>
        </pc:spChg>
        <pc:spChg chg="del">
          <ac:chgData name="Zhongming Wang" userId="512e36ef2895e492" providerId="LiveId" clId="{0CCBC05F-ACAB-4218-89BF-6D3DBF4C775E}" dt="2024-05-29T16:19:35.593" v="12859" actId="478"/>
          <ac:spMkLst>
            <pc:docMk/>
            <pc:sldMk cId="4229057842" sldId="587"/>
            <ac:spMk id="4" creationId="{8B184D40-FFEE-29FE-6BA4-B31C3334458D}"/>
          </ac:spMkLst>
        </pc:spChg>
        <pc:spChg chg="mod">
          <ac:chgData name="Zhongming Wang" userId="512e36ef2895e492" providerId="LiveId" clId="{0CCBC05F-ACAB-4218-89BF-6D3DBF4C775E}" dt="2024-05-30T06:39:18.707" v="14753" actId="27636"/>
          <ac:spMkLst>
            <pc:docMk/>
            <pc:sldMk cId="4229057842" sldId="587"/>
            <ac:spMk id="6" creationId="{799ED836-327F-4E1E-082A-4A467C95CC7E}"/>
          </ac:spMkLst>
        </pc:spChg>
        <pc:spChg chg="add mod">
          <ac:chgData name="Zhongming Wang" userId="512e36ef2895e492" providerId="LiveId" clId="{0CCBC05F-ACAB-4218-89BF-6D3DBF4C775E}" dt="2024-05-30T06:39:37.984" v="14757" actId="207"/>
          <ac:spMkLst>
            <pc:docMk/>
            <pc:sldMk cId="4229057842" sldId="587"/>
            <ac:spMk id="7" creationId="{E60693EB-8BFA-EAEC-519F-8CF2FA08E8B3}"/>
          </ac:spMkLst>
        </pc:spChg>
      </pc:sldChg>
      <pc:sldChg chg="addSp delSp modSp add mod ord">
        <pc:chgData name="Zhongming Wang" userId="512e36ef2895e492" providerId="LiveId" clId="{0CCBC05F-ACAB-4218-89BF-6D3DBF4C775E}" dt="2024-05-30T06:40:27.516" v="14762"/>
        <pc:sldMkLst>
          <pc:docMk/>
          <pc:sldMk cId="205701109" sldId="588"/>
        </pc:sldMkLst>
        <pc:spChg chg="mod">
          <ac:chgData name="Zhongming Wang" userId="512e36ef2895e492" providerId="LiveId" clId="{0CCBC05F-ACAB-4218-89BF-6D3DBF4C775E}" dt="2024-05-29T16:11:17.600" v="12527"/>
          <ac:spMkLst>
            <pc:docMk/>
            <pc:sldMk cId="205701109" sldId="588"/>
            <ac:spMk id="2" creationId="{95648C1A-9302-4744-8637-3D0075A57977}"/>
          </ac:spMkLst>
        </pc:spChg>
        <pc:spChg chg="del mod">
          <ac:chgData name="Zhongming Wang" userId="512e36ef2895e492" providerId="LiveId" clId="{0CCBC05F-ACAB-4218-89BF-6D3DBF4C775E}" dt="2024-05-29T16:25:24.195" v="13192" actId="478"/>
          <ac:spMkLst>
            <pc:docMk/>
            <pc:sldMk cId="205701109" sldId="588"/>
            <ac:spMk id="4" creationId="{8B184D40-FFEE-29FE-6BA4-B31C3334458D}"/>
          </ac:spMkLst>
        </pc:spChg>
        <pc:spChg chg="mod">
          <ac:chgData name="Zhongming Wang" userId="512e36ef2895e492" providerId="LiveId" clId="{0CCBC05F-ACAB-4218-89BF-6D3DBF4C775E}" dt="2024-05-29T16:26:22.958" v="13194" actId="5793"/>
          <ac:spMkLst>
            <pc:docMk/>
            <pc:sldMk cId="205701109" sldId="588"/>
            <ac:spMk id="6" creationId="{799ED836-327F-4E1E-082A-4A467C95CC7E}"/>
          </ac:spMkLst>
        </pc:spChg>
        <pc:picChg chg="add mod">
          <ac:chgData name="Zhongming Wang" userId="512e36ef2895e492" providerId="LiveId" clId="{0CCBC05F-ACAB-4218-89BF-6D3DBF4C775E}" dt="2024-05-29T16:26:29.475" v="13198" actId="1076"/>
          <ac:picMkLst>
            <pc:docMk/>
            <pc:sldMk cId="205701109" sldId="588"/>
            <ac:picMk id="7" creationId="{312CD06C-27A2-244C-FFA7-839EFA487841}"/>
          </ac:picMkLst>
        </pc:picChg>
      </pc:sldChg>
      <pc:sldChg chg="modSp add del mod ord">
        <pc:chgData name="Zhongming Wang" userId="512e36ef2895e492" providerId="LiveId" clId="{0CCBC05F-ACAB-4218-89BF-6D3DBF4C775E}" dt="2024-05-29T14:29:44.601" v="10208" actId="2696"/>
        <pc:sldMkLst>
          <pc:docMk/>
          <pc:sldMk cId="3225959362" sldId="588"/>
        </pc:sldMkLst>
        <pc:spChg chg="mod">
          <ac:chgData name="Zhongming Wang" userId="512e36ef2895e492" providerId="LiveId" clId="{0CCBC05F-ACAB-4218-89BF-6D3DBF4C775E}" dt="2024-05-29T14:12:54.793" v="9206" actId="20577"/>
          <ac:spMkLst>
            <pc:docMk/>
            <pc:sldMk cId="3225959362" sldId="588"/>
            <ac:spMk id="2" creationId="{95648C1A-9302-4744-8637-3D0075A57977}"/>
          </ac:spMkLst>
        </pc:spChg>
      </pc:sldChg>
      <pc:sldChg chg="addSp modSp add mod ord modAnim">
        <pc:chgData name="Zhongming Wang" userId="512e36ef2895e492" providerId="LiveId" clId="{0CCBC05F-ACAB-4218-89BF-6D3DBF4C775E}" dt="2024-05-30T06:40:44.082" v="14764"/>
        <pc:sldMkLst>
          <pc:docMk/>
          <pc:sldMk cId="3428481769" sldId="589"/>
        </pc:sldMkLst>
        <pc:spChg chg="mod">
          <ac:chgData name="Zhongming Wang" userId="512e36ef2895e492" providerId="LiveId" clId="{0CCBC05F-ACAB-4218-89BF-6D3DBF4C775E}" dt="2024-05-29T16:52:05.185" v="14405"/>
          <ac:spMkLst>
            <pc:docMk/>
            <pc:sldMk cId="3428481769" sldId="589"/>
            <ac:spMk id="2" creationId="{95648C1A-9302-4744-8637-3D0075A57977}"/>
          </ac:spMkLst>
        </pc:spChg>
        <pc:spChg chg="add mod">
          <ac:chgData name="Zhongming Wang" userId="512e36ef2895e492" providerId="LiveId" clId="{0CCBC05F-ACAB-4218-89BF-6D3DBF4C775E}" dt="2024-05-30T06:39:49.487" v="14758" actId="207"/>
          <ac:spMkLst>
            <pc:docMk/>
            <pc:sldMk cId="3428481769" sldId="589"/>
            <ac:spMk id="4" creationId="{52937C3B-6310-F61E-924E-75BDC5AAF6F0}"/>
          </ac:spMkLst>
        </pc:spChg>
        <pc:spChg chg="mod">
          <ac:chgData name="Zhongming Wang" userId="512e36ef2895e492" providerId="LiveId" clId="{0CCBC05F-ACAB-4218-89BF-6D3DBF4C775E}" dt="2024-05-29T16:23:37.013" v="13047" actId="20577"/>
          <ac:spMkLst>
            <pc:docMk/>
            <pc:sldMk cId="3428481769" sldId="589"/>
            <ac:spMk id="10" creationId="{116D457E-C1F6-45E1-AC70-AE347E235D33}"/>
          </ac:spMkLst>
        </pc:spChg>
      </pc:sldChg>
      <pc:sldChg chg="addSp delSp modSp add mod">
        <pc:chgData name="Zhongming Wang" userId="512e36ef2895e492" providerId="LiveId" clId="{0CCBC05F-ACAB-4218-89BF-6D3DBF4C775E}" dt="2024-05-31T06:18:39.047" v="14936" actId="1035"/>
        <pc:sldMkLst>
          <pc:docMk/>
          <pc:sldMk cId="179265930" sldId="590"/>
        </pc:sldMkLst>
        <pc:spChg chg="mod">
          <ac:chgData name="Zhongming Wang" userId="512e36ef2895e492" providerId="LiveId" clId="{0CCBC05F-ACAB-4218-89BF-6D3DBF4C775E}" dt="2024-05-29T14:32:07.538" v="10263" actId="20577"/>
          <ac:spMkLst>
            <pc:docMk/>
            <pc:sldMk cId="179265930" sldId="590"/>
            <ac:spMk id="2" creationId="{95648C1A-9302-4744-8637-3D0075A57977}"/>
          </ac:spMkLst>
        </pc:spChg>
        <pc:spChg chg="add mod">
          <ac:chgData name="Zhongming Wang" userId="512e36ef2895e492" providerId="LiveId" clId="{0CCBC05F-ACAB-4218-89BF-6D3DBF4C775E}" dt="2024-05-31T06:15:55.628" v="14933" actId="1582"/>
          <ac:spMkLst>
            <pc:docMk/>
            <pc:sldMk cId="179265930" sldId="590"/>
            <ac:spMk id="5" creationId="{0BE915C1-B323-E30C-A868-23A54CB2D7D4}"/>
          </ac:spMkLst>
        </pc:spChg>
        <pc:spChg chg="add mod">
          <ac:chgData name="Zhongming Wang" userId="512e36ef2895e492" providerId="LiveId" clId="{0CCBC05F-ACAB-4218-89BF-6D3DBF4C775E}" dt="2024-05-31T06:15:55.628" v="14933" actId="1582"/>
          <ac:spMkLst>
            <pc:docMk/>
            <pc:sldMk cId="179265930" sldId="590"/>
            <ac:spMk id="6" creationId="{77B9FE33-6CB1-BD58-EE3D-1CF5F4015AC2}"/>
          </ac:spMkLst>
        </pc:spChg>
        <pc:spChg chg="add mod">
          <ac:chgData name="Zhongming Wang" userId="512e36ef2895e492" providerId="LiveId" clId="{0CCBC05F-ACAB-4218-89BF-6D3DBF4C775E}" dt="2024-05-31T06:15:55.628" v="14933" actId="1582"/>
          <ac:spMkLst>
            <pc:docMk/>
            <pc:sldMk cId="179265930" sldId="590"/>
            <ac:spMk id="7" creationId="{A124FC4C-AA81-FD49-73C1-91D051326C58}"/>
          </ac:spMkLst>
        </pc:spChg>
        <pc:spChg chg="add mod">
          <ac:chgData name="Zhongming Wang" userId="512e36ef2895e492" providerId="LiveId" clId="{0CCBC05F-ACAB-4218-89BF-6D3DBF4C775E}" dt="2024-05-31T06:15:55.628" v="14933" actId="1582"/>
          <ac:spMkLst>
            <pc:docMk/>
            <pc:sldMk cId="179265930" sldId="590"/>
            <ac:spMk id="8" creationId="{9A5276E6-4942-8A02-9C63-38546C55612D}"/>
          </ac:spMkLst>
        </pc:spChg>
        <pc:spChg chg="mod ord">
          <ac:chgData name="Zhongming Wang" userId="512e36ef2895e492" providerId="LiveId" clId="{0CCBC05F-ACAB-4218-89BF-6D3DBF4C775E}" dt="2024-05-30T06:41:39.242" v="14794" actId="20577"/>
          <ac:spMkLst>
            <pc:docMk/>
            <pc:sldMk cId="179265930" sldId="590"/>
            <ac:spMk id="10" creationId="{116D457E-C1F6-45E1-AC70-AE347E235D33}"/>
          </ac:spMkLst>
        </pc:spChg>
        <pc:spChg chg="add mod">
          <ac:chgData name="Zhongming Wang" userId="512e36ef2895e492" providerId="LiveId" clId="{0CCBC05F-ACAB-4218-89BF-6D3DBF4C775E}" dt="2024-05-31T06:16:08.129" v="14934" actId="2085"/>
          <ac:spMkLst>
            <pc:docMk/>
            <pc:sldMk cId="179265930" sldId="590"/>
            <ac:spMk id="27" creationId="{8F5A2A3C-E63E-FA05-09EF-28A7E25A24F6}"/>
          </ac:spMkLst>
        </pc:spChg>
        <pc:spChg chg="add mod">
          <ac:chgData name="Zhongming Wang" userId="512e36ef2895e492" providerId="LiveId" clId="{0CCBC05F-ACAB-4218-89BF-6D3DBF4C775E}" dt="2024-05-31T06:18:39.047" v="14936" actId="1035"/>
          <ac:spMkLst>
            <pc:docMk/>
            <pc:sldMk cId="179265930" sldId="590"/>
            <ac:spMk id="28" creationId="{3A13D05B-03EE-3D4D-B5F7-7ECD32C8374F}"/>
          </ac:spMkLst>
        </pc:spChg>
        <pc:spChg chg="add mod">
          <ac:chgData name="Zhongming Wang" userId="512e36ef2895e492" providerId="LiveId" clId="{0CCBC05F-ACAB-4218-89BF-6D3DBF4C775E}" dt="2024-05-31T06:16:08.129" v="14934" actId="2085"/>
          <ac:spMkLst>
            <pc:docMk/>
            <pc:sldMk cId="179265930" sldId="590"/>
            <ac:spMk id="29" creationId="{32635242-A169-24AC-211E-B4C4CE5E7461}"/>
          </ac:spMkLst>
        </pc:spChg>
        <pc:spChg chg="add mod">
          <ac:chgData name="Zhongming Wang" userId="512e36ef2895e492" providerId="LiveId" clId="{0CCBC05F-ACAB-4218-89BF-6D3DBF4C775E}" dt="2024-05-29T16:59:39.739" v="14518" actId="1076"/>
          <ac:spMkLst>
            <pc:docMk/>
            <pc:sldMk cId="179265930" sldId="590"/>
            <ac:spMk id="32" creationId="{D6C21620-437A-232D-CA24-5F7E4C7E8282}"/>
          </ac:spMkLst>
        </pc:spChg>
        <pc:grpChg chg="add mod">
          <ac:chgData name="Zhongming Wang" userId="512e36ef2895e492" providerId="LiveId" clId="{0CCBC05F-ACAB-4218-89BF-6D3DBF4C775E}" dt="2024-05-29T16:59:48.496" v="14519" actId="1076"/>
          <ac:grpSpMkLst>
            <pc:docMk/>
            <pc:sldMk cId="179265930" sldId="590"/>
            <ac:grpSpMk id="31" creationId="{681AC610-8BE0-12B8-98DD-B8EA4D49020D}"/>
          </ac:grpSpMkLst>
        </pc:grpChg>
        <pc:cxnChg chg="add del mod">
          <ac:chgData name="Zhongming Wang" userId="512e36ef2895e492" providerId="LiveId" clId="{0CCBC05F-ACAB-4218-89BF-6D3DBF4C775E}" dt="2024-05-29T16:36:19.471" v="13758" actId="11529"/>
          <ac:cxnSpMkLst>
            <pc:docMk/>
            <pc:sldMk cId="179265930" sldId="590"/>
            <ac:cxnSpMk id="11" creationId="{EC1D83E0-667D-0868-C2E2-4D807EBC97F0}"/>
          </ac:cxnSpMkLst>
        </pc:cxnChg>
        <pc:cxnChg chg="add mod">
          <ac:chgData name="Zhongming Wang" userId="512e36ef2895e492" providerId="LiveId" clId="{0CCBC05F-ACAB-4218-89BF-6D3DBF4C775E}" dt="2024-05-31T06:15:55.628" v="14933" actId="1582"/>
          <ac:cxnSpMkLst>
            <pc:docMk/>
            <pc:sldMk cId="179265930" sldId="590"/>
            <ac:cxnSpMk id="13" creationId="{3EBE3D55-41A8-611A-B1DC-C029812B170C}"/>
          </ac:cxnSpMkLst>
        </pc:cxnChg>
        <pc:cxnChg chg="add mod">
          <ac:chgData name="Zhongming Wang" userId="512e36ef2895e492" providerId="LiveId" clId="{0CCBC05F-ACAB-4218-89BF-6D3DBF4C775E}" dt="2024-05-31T06:15:55.628" v="14933" actId="1582"/>
          <ac:cxnSpMkLst>
            <pc:docMk/>
            <pc:sldMk cId="179265930" sldId="590"/>
            <ac:cxnSpMk id="21" creationId="{EC2133B7-54E0-7F73-764F-E1767FF66490}"/>
          </ac:cxnSpMkLst>
        </pc:cxnChg>
        <pc:cxnChg chg="add mod">
          <ac:chgData name="Zhongming Wang" userId="512e36ef2895e492" providerId="LiveId" clId="{0CCBC05F-ACAB-4218-89BF-6D3DBF4C775E}" dt="2024-05-31T06:15:55.628" v="14933" actId="1582"/>
          <ac:cxnSpMkLst>
            <pc:docMk/>
            <pc:sldMk cId="179265930" sldId="590"/>
            <ac:cxnSpMk id="34" creationId="{7A79EC4E-714B-84B5-52F1-448B24C8FFF3}"/>
          </ac:cxnSpMkLst>
        </pc:cxnChg>
        <pc:cxnChg chg="add mod ord">
          <ac:chgData name="Zhongming Wang" userId="512e36ef2895e492" providerId="LiveId" clId="{0CCBC05F-ACAB-4218-89BF-6D3DBF4C775E}" dt="2024-05-31T06:15:55.628" v="14933" actId="1582"/>
          <ac:cxnSpMkLst>
            <pc:docMk/>
            <pc:sldMk cId="179265930" sldId="590"/>
            <ac:cxnSpMk id="37" creationId="{0A22D848-919B-5099-FBE5-86A854E9F857}"/>
          </ac:cxnSpMkLst>
        </pc:cxnChg>
        <pc:cxnChg chg="add mod">
          <ac:chgData name="Zhongming Wang" userId="512e36ef2895e492" providerId="LiveId" clId="{0CCBC05F-ACAB-4218-89BF-6D3DBF4C775E}" dt="2024-05-31T06:15:55.628" v="14933" actId="1582"/>
          <ac:cxnSpMkLst>
            <pc:docMk/>
            <pc:sldMk cId="179265930" sldId="590"/>
            <ac:cxnSpMk id="43" creationId="{2171BD66-085B-07F9-CB91-C2DF41B39B32}"/>
          </ac:cxnSpMkLst>
        </pc:cxnChg>
      </pc:sldChg>
      <pc:sldChg chg="modSp add mod">
        <pc:chgData name="Zhongming Wang" userId="512e36ef2895e492" providerId="LiveId" clId="{0CCBC05F-ACAB-4218-89BF-6D3DBF4C775E}" dt="2024-05-29T16:56:55.654" v="14461" actId="20577"/>
        <pc:sldMkLst>
          <pc:docMk/>
          <pc:sldMk cId="844530616" sldId="591"/>
        </pc:sldMkLst>
        <pc:spChg chg="mod">
          <ac:chgData name="Zhongming Wang" userId="512e36ef2895e492" providerId="LiveId" clId="{0CCBC05F-ACAB-4218-89BF-6D3DBF4C775E}" dt="2024-05-29T16:56:52.431" v="14454" actId="20577"/>
          <ac:spMkLst>
            <pc:docMk/>
            <pc:sldMk cId="844530616" sldId="591"/>
            <ac:spMk id="2" creationId="{95648C1A-9302-4744-8637-3D0075A57977}"/>
          </ac:spMkLst>
        </pc:spChg>
        <pc:spChg chg="mod">
          <ac:chgData name="Zhongming Wang" userId="512e36ef2895e492" providerId="LiveId" clId="{0CCBC05F-ACAB-4218-89BF-6D3DBF4C775E}" dt="2024-05-29T16:56:55.654" v="14461" actId="20577"/>
          <ac:spMkLst>
            <pc:docMk/>
            <pc:sldMk cId="844530616" sldId="591"/>
            <ac:spMk id="6" creationId="{799ED836-327F-4E1E-082A-4A467C95CC7E}"/>
          </ac:spMkLst>
        </pc:spChg>
      </pc:sldChg>
      <pc:sldChg chg="addSp delSp modSp add del mod">
        <pc:chgData name="Zhongming Wang" userId="512e36ef2895e492" providerId="LiveId" clId="{0CCBC05F-ACAB-4218-89BF-6D3DBF4C775E}" dt="2024-05-29T16:15:39.268" v="12682" actId="47"/>
        <pc:sldMkLst>
          <pc:docMk/>
          <pc:sldMk cId="4026333396" sldId="592"/>
        </pc:sldMkLst>
        <pc:spChg chg="mod">
          <ac:chgData name="Zhongming Wang" userId="512e36ef2895e492" providerId="LiveId" clId="{0CCBC05F-ACAB-4218-89BF-6D3DBF4C775E}" dt="2024-05-29T16:12:25.338" v="12560" actId="20577"/>
          <ac:spMkLst>
            <pc:docMk/>
            <pc:sldMk cId="4026333396" sldId="592"/>
            <ac:spMk id="2" creationId="{95648C1A-9302-4744-8637-3D0075A57977}"/>
          </ac:spMkLst>
        </pc:spChg>
        <pc:spChg chg="add mod">
          <ac:chgData name="Zhongming Wang" userId="512e36ef2895e492" providerId="LiveId" clId="{0CCBC05F-ACAB-4218-89BF-6D3DBF4C775E}" dt="2024-05-29T16:13:53.722" v="12595" actId="164"/>
          <ac:spMkLst>
            <pc:docMk/>
            <pc:sldMk cId="4026333396" sldId="592"/>
            <ac:spMk id="9" creationId="{575603B0-3C53-197F-F3DD-5EDB6C4B57C0}"/>
          </ac:spMkLst>
        </pc:spChg>
        <pc:spChg chg="mod">
          <ac:chgData name="Zhongming Wang" userId="512e36ef2895e492" providerId="LiveId" clId="{0CCBC05F-ACAB-4218-89BF-6D3DBF4C775E}" dt="2024-05-29T16:15:37.833" v="12681" actId="20577"/>
          <ac:spMkLst>
            <pc:docMk/>
            <pc:sldMk cId="4026333396" sldId="592"/>
            <ac:spMk id="10" creationId="{116D457E-C1F6-45E1-AC70-AE347E235D33}"/>
          </ac:spMkLst>
        </pc:spChg>
        <pc:spChg chg="add mod">
          <ac:chgData name="Zhongming Wang" userId="512e36ef2895e492" providerId="LiveId" clId="{0CCBC05F-ACAB-4218-89BF-6D3DBF4C775E}" dt="2024-05-29T16:13:53.722" v="12595" actId="164"/>
          <ac:spMkLst>
            <pc:docMk/>
            <pc:sldMk cId="4026333396" sldId="592"/>
            <ac:spMk id="11" creationId="{22263A6B-E41A-471E-405E-DCB3A5C8DDE4}"/>
          </ac:spMkLst>
        </pc:spChg>
        <pc:grpChg chg="add del mod">
          <ac:chgData name="Zhongming Wang" userId="512e36ef2895e492" providerId="LiveId" clId="{0CCBC05F-ACAB-4218-89BF-6D3DBF4C775E}" dt="2024-05-29T16:15:36.130" v="12674" actId="1076"/>
          <ac:grpSpMkLst>
            <pc:docMk/>
            <pc:sldMk cId="4026333396" sldId="592"/>
            <ac:grpSpMk id="12" creationId="{06E881B1-BF06-6DBB-54D4-5CB201A23DA5}"/>
          </ac:grpSpMkLst>
        </pc:grpChg>
        <pc:picChg chg="mod">
          <ac:chgData name="Zhongming Wang" userId="512e36ef2895e492" providerId="LiveId" clId="{0CCBC05F-ACAB-4218-89BF-6D3DBF4C775E}" dt="2024-05-29T16:12:41.334" v="12569" actId="1076"/>
          <ac:picMkLst>
            <pc:docMk/>
            <pc:sldMk cId="4026333396" sldId="592"/>
            <ac:picMk id="5" creationId="{D768800C-9D87-DC1E-5AA2-EF0C7350A929}"/>
          </ac:picMkLst>
        </pc:picChg>
        <pc:picChg chg="add del mod">
          <ac:chgData name="Zhongming Wang" userId="512e36ef2895e492" providerId="LiveId" clId="{0CCBC05F-ACAB-4218-89BF-6D3DBF4C775E}" dt="2024-05-29T16:15:36.337" v="12675" actId="478"/>
          <ac:picMkLst>
            <pc:docMk/>
            <pc:sldMk cId="4026333396" sldId="592"/>
            <ac:picMk id="6" creationId="{5E63DD9E-E3BD-ADD1-ED80-7AEB2FF957EF}"/>
          </ac:picMkLst>
        </pc:picChg>
        <pc:picChg chg="add mod">
          <ac:chgData name="Zhongming Wang" userId="512e36ef2895e492" providerId="LiveId" clId="{0CCBC05F-ACAB-4218-89BF-6D3DBF4C775E}" dt="2024-05-29T16:13:53.722" v="12595" actId="164"/>
          <ac:picMkLst>
            <pc:docMk/>
            <pc:sldMk cId="4026333396" sldId="592"/>
            <ac:picMk id="8" creationId="{EC6A44BC-FFE1-F7C6-205E-3AEEE7B6E896}"/>
          </ac:picMkLst>
        </pc:picChg>
        <pc:picChg chg="add mod">
          <ac:chgData name="Zhongming Wang" userId="512e36ef2895e492" providerId="LiveId" clId="{0CCBC05F-ACAB-4218-89BF-6D3DBF4C775E}" dt="2024-05-29T16:15:35.315" v="12672" actId="1076"/>
          <ac:picMkLst>
            <pc:docMk/>
            <pc:sldMk cId="4026333396" sldId="592"/>
            <ac:picMk id="13" creationId="{A3C35D4B-3BF0-C5EC-7FDD-0B1446991F6C}"/>
          </ac:picMkLst>
        </pc:picChg>
      </pc:sldChg>
    </pc:docChg>
  </pc:docChgLst>
  <pc:docChgLst>
    <pc:chgData name="王 zebra" userId="512e36ef2895e492" providerId="LiveId" clId="{81300B70-A979-4E2B-A889-6EE8BF6D8979}"/>
    <pc:docChg chg="undo redo custSel addSld delSld modSld sldOrd">
      <pc:chgData name="王 zebra" userId="512e36ef2895e492" providerId="LiveId" clId="{81300B70-A979-4E2B-A889-6EE8BF6D8979}" dt="2023-09-05T01:16:42.021" v="6281" actId="20577"/>
      <pc:docMkLst>
        <pc:docMk/>
      </pc:docMkLst>
      <pc:sldChg chg="modSp mod">
        <pc:chgData name="王 zebra" userId="512e36ef2895e492" providerId="LiveId" clId="{81300B70-A979-4E2B-A889-6EE8BF6D8979}" dt="2023-09-03T07:53:58.060" v="44" actId="20577"/>
        <pc:sldMkLst>
          <pc:docMk/>
          <pc:sldMk cId="41641697" sldId="264"/>
        </pc:sldMkLst>
        <pc:spChg chg="mod">
          <ac:chgData name="王 zebra" userId="512e36ef2895e492" providerId="LiveId" clId="{81300B70-A979-4E2B-A889-6EE8BF6D8979}" dt="2023-09-03T07:53:58.060" v="44" actId="20577"/>
          <ac:spMkLst>
            <pc:docMk/>
            <pc:sldMk cId="41641697" sldId="264"/>
            <ac:spMk id="14" creationId="{C5894F79-5F33-A47F-8011-EFCF2C381F5F}"/>
          </ac:spMkLst>
        </pc:spChg>
      </pc:sldChg>
      <pc:sldChg chg="modSp add mod ord">
        <pc:chgData name="王 zebra" userId="512e36ef2895e492" providerId="LiveId" clId="{81300B70-A979-4E2B-A889-6EE8BF6D8979}" dt="2023-09-03T07:57:36.593" v="58" actId="20577"/>
        <pc:sldMkLst>
          <pc:docMk/>
          <pc:sldMk cId="3521914053" sldId="306"/>
        </pc:sldMkLst>
        <pc:spChg chg="mod">
          <ac:chgData name="王 zebra" userId="512e36ef2895e492" providerId="LiveId" clId="{81300B70-A979-4E2B-A889-6EE8BF6D8979}" dt="2023-09-03T07:57:36.593" v="58" actId="20577"/>
          <ac:spMkLst>
            <pc:docMk/>
            <pc:sldMk cId="3521914053" sldId="306"/>
            <ac:spMk id="5" creationId="{90E05149-639A-4C88-83AB-91A7C58EDE79}"/>
          </ac:spMkLst>
        </pc:spChg>
      </pc:sldChg>
      <pc:sldChg chg="del">
        <pc:chgData name="王 zebra" userId="512e36ef2895e492" providerId="LiveId" clId="{81300B70-A979-4E2B-A889-6EE8BF6D8979}" dt="2023-09-04T00:48:27.911" v="1685" actId="47"/>
        <pc:sldMkLst>
          <pc:docMk/>
          <pc:sldMk cId="1708061365" sldId="360"/>
        </pc:sldMkLst>
      </pc:sldChg>
      <pc:sldChg chg="modSp add mod">
        <pc:chgData name="王 zebra" userId="512e36ef2895e492" providerId="LiveId" clId="{81300B70-A979-4E2B-A889-6EE8BF6D8979}" dt="2023-09-05T00:01:11.153" v="5275" actId="113"/>
        <pc:sldMkLst>
          <pc:docMk/>
          <pc:sldMk cId="2358689794" sldId="400"/>
        </pc:sldMkLst>
        <pc:spChg chg="mod">
          <ac:chgData name="王 zebra" userId="512e36ef2895e492" providerId="LiveId" clId="{81300B70-A979-4E2B-A889-6EE8BF6D8979}" dt="2023-09-05T00:01:11.153" v="5275" actId="113"/>
          <ac:spMkLst>
            <pc:docMk/>
            <pc:sldMk cId="2358689794" sldId="400"/>
            <ac:spMk id="2" creationId="{95648C1A-9302-4744-8637-3D0075A57977}"/>
          </ac:spMkLst>
        </pc:spChg>
        <pc:spChg chg="mod">
          <ac:chgData name="王 zebra" userId="512e36ef2895e492" providerId="LiveId" clId="{81300B70-A979-4E2B-A889-6EE8BF6D8979}" dt="2023-09-05T00:01:06.119" v="5274" actId="2711"/>
          <ac:spMkLst>
            <pc:docMk/>
            <pc:sldMk cId="2358689794" sldId="400"/>
            <ac:spMk id="24" creationId="{2E6F37BF-6FC2-4F1E-98EF-2B06C1267D1B}"/>
          </ac:spMkLst>
        </pc:spChg>
      </pc:sldChg>
      <pc:sldChg chg="add">
        <pc:chgData name="王 zebra" userId="512e36ef2895e492" providerId="LiveId" clId="{81300B70-A979-4E2B-A889-6EE8BF6D8979}" dt="2023-09-04T23:48:09.753" v="4913"/>
        <pc:sldMkLst>
          <pc:docMk/>
          <pc:sldMk cId="2353006314" sldId="422"/>
        </pc:sldMkLst>
      </pc:sldChg>
      <pc:sldChg chg="addSp modSp add mod">
        <pc:chgData name="王 zebra" userId="512e36ef2895e492" providerId="LiveId" clId="{81300B70-A979-4E2B-A889-6EE8BF6D8979}" dt="2023-09-03T08:03:34.965" v="318" actId="1076"/>
        <pc:sldMkLst>
          <pc:docMk/>
          <pc:sldMk cId="3453357845" sldId="427"/>
        </pc:sldMkLst>
        <pc:spChg chg="mod">
          <ac:chgData name="王 zebra" userId="512e36ef2895e492" providerId="LiveId" clId="{81300B70-A979-4E2B-A889-6EE8BF6D8979}" dt="2023-09-03T08:03:34.965" v="318" actId="1076"/>
          <ac:spMkLst>
            <pc:docMk/>
            <pc:sldMk cId="3453357845" sldId="427"/>
            <ac:spMk id="2" creationId="{9BE10A44-04AE-6AD6-8AEC-47882B9F13FB}"/>
          </ac:spMkLst>
        </pc:spChg>
        <pc:spChg chg="add mod">
          <ac:chgData name="王 zebra" userId="512e36ef2895e492" providerId="LiveId" clId="{81300B70-A979-4E2B-A889-6EE8BF6D8979}" dt="2023-09-03T08:03:34.965" v="318" actId="1076"/>
          <ac:spMkLst>
            <pc:docMk/>
            <pc:sldMk cId="3453357845" sldId="427"/>
            <ac:spMk id="6" creationId="{7ADB2C1D-9765-43B5-807B-51A0E46D9B90}"/>
          </ac:spMkLst>
        </pc:spChg>
        <pc:spChg chg="add mod">
          <ac:chgData name="王 zebra" userId="512e36ef2895e492" providerId="LiveId" clId="{81300B70-A979-4E2B-A889-6EE8BF6D8979}" dt="2023-09-03T08:03:34.965" v="318" actId="1076"/>
          <ac:spMkLst>
            <pc:docMk/>
            <pc:sldMk cId="3453357845" sldId="427"/>
            <ac:spMk id="8" creationId="{05605E1C-32C4-4687-9BD8-5C8AB9B5E3DC}"/>
          </ac:spMkLst>
        </pc:spChg>
        <pc:spChg chg="mod">
          <ac:chgData name="王 zebra" userId="512e36ef2895e492" providerId="LiveId" clId="{81300B70-A979-4E2B-A889-6EE8BF6D8979}" dt="2023-09-03T07:56:47.164" v="51" actId="2711"/>
          <ac:spMkLst>
            <pc:docMk/>
            <pc:sldMk cId="3453357845" sldId="427"/>
            <ac:spMk id="19" creationId="{E18E589C-06A9-47E7-8D55-57A6A92E3897}"/>
          </ac:spMkLst>
        </pc:spChg>
      </pc:sldChg>
      <pc:sldChg chg="del">
        <pc:chgData name="王 zebra" userId="512e36ef2895e492" providerId="LiveId" clId="{81300B70-A979-4E2B-A889-6EE8BF6D8979}" dt="2023-09-04T00:48:28.639" v="1686" actId="47"/>
        <pc:sldMkLst>
          <pc:docMk/>
          <pc:sldMk cId="942613484" sldId="448"/>
        </pc:sldMkLst>
      </pc:sldChg>
      <pc:sldChg chg="del">
        <pc:chgData name="王 zebra" userId="512e36ef2895e492" providerId="LiveId" clId="{81300B70-A979-4E2B-A889-6EE8BF6D8979}" dt="2023-09-04T00:48:31.600" v="1687" actId="47"/>
        <pc:sldMkLst>
          <pc:docMk/>
          <pc:sldMk cId="4227562767" sldId="449"/>
        </pc:sldMkLst>
      </pc:sldChg>
      <pc:sldChg chg="del">
        <pc:chgData name="王 zebra" userId="512e36ef2895e492" providerId="LiveId" clId="{81300B70-A979-4E2B-A889-6EE8BF6D8979}" dt="2023-09-04T00:48:32.240" v="1688" actId="47"/>
        <pc:sldMkLst>
          <pc:docMk/>
          <pc:sldMk cId="1352900533" sldId="450"/>
        </pc:sldMkLst>
      </pc:sldChg>
      <pc:sldChg chg="del">
        <pc:chgData name="王 zebra" userId="512e36ef2895e492" providerId="LiveId" clId="{81300B70-A979-4E2B-A889-6EE8BF6D8979}" dt="2023-09-04T00:48:34.322" v="1689" actId="47"/>
        <pc:sldMkLst>
          <pc:docMk/>
          <pc:sldMk cId="2867433693" sldId="451"/>
        </pc:sldMkLst>
      </pc:sldChg>
      <pc:sldChg chg="del">
        <pc:chgData name="王 zebra" userId="512e36ef2895e492" providerId="LiveId" clId="{81300B70-A979-4E2B-A889-6EE8BF6D8979}" dt="2023-09-04T00:48:35.464" v="1690" actId="47"/>
        <pc:sldMkLst>
          <pc:docMk/>
          <pc:sldMk cId="245695178" sldId="452"/>
        </pc:sldMkLst>
      </pc:sldChg>
      <pc:sldChg chg="del">
        <pc:chgData name="王 zebra" userId="512e36ef2895e492" providerId="LiveId" clId="{81300B70-A979-4E2B-A889-6EE8BF6D8979}" dt="2023-09-04T02:35:53.511" v="3963" actId="47"/>
        <pc:sldMkLst>
          <pc:docMk/>
          <pc:sldMk cId="204474229" sldId="453"/>
        </pc:sldMkLst>
      </pc:sldChg>
      <pc:sldChg chg="addSp delSp modSp mod ord">
        <pc:chgData name="王 zebra" userId="512e36ef2895e492" providerId="LiveId" clId="{81300B70-A979-4E2B-A889-6EE8BF6D8979}" dt="2023-09-04T02:24:42.805" v="3560" actId="1035"/>
        <pc:sldMkLst>
          <pc:docMk/>
          <pc:sldMk cId="85331007" sldId="455"/>
        </pc:sldMkLst>
        <pc:spChg chg="mod">
          <ac:chgData name="王 zebra" userId="512e36ef2895e492" providerId="LiveId" clId="{81300B70-A979-4E2B-A889-6EE8BF6D8979}" dt="2023-09-03T08:05:37.694" v="417" actId="20577"/>
          <ac:spMkLst>
            <pc:docMk/>
            <pc:sldMk cId="85331007" sldId="455"/>
            <ac:spMk id="2" creationId="{95648C1A-9302-4744-8637-3D0075A57977}"/>
          </ac:spMkLst>
        </pc:spChg>
        <pc:spChg chg="mod">
          <ac:chgData name="王 zebra" userId="512e36ef2895e492" providerId="LiveId" clId="{81300B70-A979-4E2B-A889-6EE8BF6D8979}" dt="2023-09-04T01:53:48.087" v="3123" actId="207"/>
          <ac:spMkLst>
            <pc:docMk/>
            <pc:sldMk cId="85331007" sldId="455"/>
            <ac:spMk id="10" creationId="{CEE6698B-7351-4A8E-8D18-B6EEA6B8D827}"/>
          </ac:spMkLst>
        </pc:spChg>
        <pc:spChg chg="add del mod">
          <ac:chgData name="王 zebra" userId="512e36ef2895e492" providerId="LiveId" clId="{81300B70-A979-4E2B-A889-6EE8BF6D8979}" dt="2023-09-04T01:16:17.431" v="2454" actId="478"/>
          <ac:spMkLst>
            <pc:docMk/>
            <pc:sldMk cId="85331007" sldId="455"/>
            <ac:spMk id="12" creationId="{6392D76E-AB2D-4866-B91C-8FED4FCE6417}"/>
          </ac:spMkLst>
        </pc:spChg>
        <pc:spChg chg="add mod">
          <ac:chgData name="王 zebra" userId="512e36ef2895e492" providerId="LiveId" clId="{81300B70-A979-4E2B-A889-6EE8BF6D8979}" dt="2023-09-04T01:58:54.477" v="3161" actId="20577"/>
          <ac:spMkLst>
            <pc:docMk/>
            <pc:sldMk cId="85331007" sldId="455"/>
            <ac:spMk id="15" creationId="{78BED168-A600-4812-AF64-BED615CCE263}"/>
          </ac:spMkLst>
        </pc:spChg>
        <pc:picChg chg="add mod modCrop">
          <ac:chgData name="王 zebra" userId="512e36ef2895e492" providerId="LiveId" clId="{81300B70-A979-4E2B-A889-6EE8BF6D8979}" dt="2023-09-04T02:24:33.327" v="3552" actId="1076"/>
          <ac:picMkLst>
            <pc:docMk/>
            <pc:sldMk cId="85331007" sldId="455"/>
            <ac:picMk id="5" creationId="{4B3733F7-5ACC-4FFE-8A52-37B0BA848AB2}"/>
          </ac:picMkLst>
        </pc:picChg>
        <pc:picChg chg="add mod modCrop">
          <ac:chgData name="王 zebra" userId="512e36ef2895e492" providerId="LiveId" clId="{81300B70-A979-4E2B-A889-6EE8BF6D8979}" dt="2023-09-04T01:21:42.751" v="2548" actId="1076"/>
          <ac:picMkLst>
            <pc:docMk/>
            <pc:sldMk cId="85331007" sldId="455"/>
            <ac:picMk id="13" creationId="{35652AA2-556E-4F7E-AF9A-2D73AE1D74EB}"/>
          </ac:picMkLst>
        </pc:picChg>
        <pc:cxnChg chg="add mod ord">
          <ac:chgData name="王 zebra" userId="512e36ef2895e492" providerId="LiveId" clId="{81300B70-A979-4E2B-A889-6EE8BF6D8979}" dt="2023-09-04T02:24:39.454" v="3558" actId="1037"/>
          <ac:cxnSpMkLst>
            <pc:docMk/>
            <pc:sldMk cId="85331007" sldId="455"/>
            <ac:cxnSpMk id="7" creationId="{AE6DE8A3-8484-4FF7-AFD1-C45CE51DB3A6}"/>
          </ac:cxnSpMkLst>
        </pc:cxnChg>
        <pc:cxnChg chg="add mod">
          <ac:chgData name="王 zebra" userId="512e36ef2895e492" providerId="LiveId" clId="{81300B70-A979-4E2B-A889-6EE8BF6D8979}" dt="2023-09-04T02:24:42.805" v="3560" actId="1035"/>
          <ac:cxnSpMkLst>
            <pc:docMk/>
            <pc:sldMk cId="85331007" sldId="455"/>
            <ac:cxnSpMk id="11" creationId="{A57DD48C-43F1-49DB-B424-8062F2224E61}"/>
          </ac:cxnSpMkLst>
        </pc:cxnChg>
      </pc:sldChg>
      <pc:sldChg chg="del">
        <pc:chgData name="王 zebra" userId="512e36ef2895e492" providerId="LiveId" clId="{81300B70-A979-4E2B-A889-6EE8BF6D8979}" dt="2023-09-04T00:48:35.966" v="1691" actId="47"/>
        <pc:sldMkLst>
          <pc:docMk/>
          <pc:sldMk cId="341024635" sldId="456"/>
        </pc:sldMkLst>
      </pc:sldChg>
      <pc:sldChg chg="addSp modSp add mod ord">
        <pc:chgData name="王 zebra" userId="512e36ef2895e492" providerId="LiveId" clId="{81300B70-A979-4E2B-A889-6EE8BF6D8979}" dt="2023-09-04T01:07:39.060" v="2175" actId="20577"/>
        <pc:sldMkLst>
          <pc:docMk/>
          <pc:sldMk cId="529572612" sldId="457"/>
        </pc:sldMkLst>
        <pc:spChg chg="mod">
          <ac:chgData name="王 zebra" userId="512e36ef2895e492" providerId="LiveId" clId="{81300B70-A979-4E2B-A889-6EE8BF6D8979}" dt="2023-09-04T01:01:58.133" v="1994" actId="313"/>
          <ac:spMkLst>
            <pc:docMk/>
            <pc:sldMk cId="529572612" sldId="457"/>
            <ac:spMk id="2" creationId="{95648C1A-9302-4744-8637-3D0075A57977}"/>
          </ac:spMkLst>
        </pc:spChg>
        <pc:spChg chg="mod">
          <ac:chgData name="王 zebra" userId="512e36ef2895e492" providerId="LiveId" clId="{81300B70-A979-4E2B-A889-6EE8BF6D8979}" dt="2023-09-04T01:07:39.060" v="2175" actId="20577"/>
          <ac:spMkLst>
            <pc:docMk/>
            <pc:sldMk cId="529572612" sldId="457"/>
            <ac:spMk id="10" creationId="{CEE6698B-7351-4A8E-8D18-B6EEA6B8D827}"/>
          </ac:spMkLst>
        </pc:spChg>
        <pc:picChg chg="add mod">
          <ac:chgData name="王 zebra" userId="512e36ef2895e492" providerId="LiveId" clId="{81300B70-A979-4E2B-A889-6EE8BF6D8979}" dt="2023-09-04T01:06:47.059" v="2121" actId="1076"/>
          <ac:picMkLst>
            <pc:docMk/>
            <pc:sldMk cId="529572612" sldId="457"/>
            <ac:picMk id="5" creationId="{7FC593F0-F1AC-4AF5-B74D-2ADF248E488E}"/>
          </ac:picMkLst>
        </pc:picChg>
      </pc:sldChg>
      <pc:sldChg chg="add del">
        <pc:chgData name="王 zebra" userId="512e36ef2895e492" providerId="LiveId" clId="{81300B70-A979-4E2B-A889-6EE8BF6D8979}" dt="2023-09-03T07:58:12.821" v="73"/>
        <pc:sldMkLst>
          <pc:docMk/>
          <pc:sldMk cId="2424191306" sldId="457"/>
        </pc:sldMkLst>
      </pc:sldChg>
      <pc:sldChg chg="addSp modSp add mod ord">
        <pc:chgData name="王 zebra" userId="512e36ef2895e492" providerId="LiveId" clId="{81300B70-A979-4E2B-A889-6EE8BF6D8979}" dt="2023-09-04T23:48:39.696" v="4919"/>
        <pc:sldMkLst>
          <pc:docMk/>
          <pc:sldMk cId="2780972847" sldId="458"/>
        </pc:sldMkLst>
        <pc:spChg chg="mod">
          <ac:chgData name="王 zebra" userId="512e36ef2895e492" providerId="LiveId" clId="{81300B70-A979-4E2B-A889-6EE8BF6D8979}" dt="2023-09-04T00:44:14.626" v="1407" actId="20577"/>
          <ac:spMkLst>
            <pc:docMk/>
            <pc:sldMk cId="2780972847" sldId="458"/>
            <ac:spMk id="2" creationId="{95648C1A-9302-4744-8637-3D0075A57977}"/>
          </ac:spMkLst>
        </pc:spChg>
        <pc:spChg chg="mod">
          <ac:chgData name="王 zebra" userId="512e36ef2895e492" providerId="LiveId" clId="{81300B70-A979-4E2B-A889-6EE8BF6D8979}" dt="2023-09-04T00:46:47.966" v="1672" actId="207"/>
          <ac:spMkLst>
            <pc:docMk/>
            <pc:sldMk cId="2780972847" sldId="458"/>
            <ac:spMk id="10" creationId="{CEE6698B-7351-4A8E-8D18-B6EEA6B8D827}"/>
          </ac:spMkLst>
        </pc:spChg>
        <pc:picChg chg="add mod">
          <ac:chgData name="王 zebra" userId="512e36ef2895e492" providerId="LiveId" clId="{81300B70-A979-4E2B-A889-6EE8BF6D8979}" dt="2023-09-04T00:47:37.231" v="1680" actId="1076"/>
          <ac:picMkLst>
            <pc:docMk/>
            <pc:sldMk cId="2780972847" sldId="458"/>
            <ac:picMk id="5" creationId="{C38BFF25-28C3-4697-BEEE-B26BC64B791C}"/>
          </ac:picMkLst>
        </pc:picChg>
        <pc:picChg chg="add mod">
          <ac:chgData name="王 zebra" userId="512e36ef2895e492" providerId="LiveId" clId="{81300B70-A979-4E2B-A889-6EE8BF6D8979}" dt="2023-09-04T00:47:32.537" v="1678" actId="1076"/>
          <ac:picMkLst>
            <pc:docMk/>
            <pc:sldMk cId="2780972847" sldId="458"/>
            <ac:picMk id="7" creationId="{24A08558-A176-40D3-B92E-F1AE5585AA07}"/>
          </ac:picMkLst>
        </pc:picChg>
      </pc:sldChg>
      <pc:sldChg chg="modSp add mod">
        <pc:chgData name="王 zebra" userId="512e36ef2895e492" providerId="LiveId" clId="{81300B70-A979-4E2B-A889-6EE8BF6D8979}" dt="2023-09-05T00:18:36.299" v="5287" actId="20577"/>
        <pc:sldMkLst>
          <pc:docMk/>
          <pc:sldMk cId="3547693462" sldId="459"/>
        </pc:sldMkLst>
        <pc:spChg chg="mod">
          <ac:chgData name="王 zebra" userId="512e36ef2895e492" providerId="LiveId" clId="{81300B70-A979-4E2B-A889-6EE8BF6D8979}" dt="2023-09-04T23:49:56.108" v="4995" actId="20577"/>
          <ac:spMkLst>
            <pc:docMk/>
            <pc:sldMk cId="3547693462" sldId="459"/>
            <ac:spMk id="2" creationId="{95648C1A-9302-4744-8637-3D0075A57977}"/>
          </ac:spMkLst>
        </pc:spChg>
        <pc:spChg chg="mod">
          <ac:chgData name="王 zebra" userId="512e36ef2895e492" providerId="LiveId" clId="{81300B70-A979-4E2B-A889-6EE8BF6D8979}" dt="2023-09-05T00:18:36.299" v="5287" actId="20577"/>
          <ac:spMkLst>
            <pc:docMk/>
            <pc:sldMk cId="3547693462" sldId="459"/>
            <ac:spMk id="10" creationId="{CEE6698B-7351-4A8E-8D18-B6EEA6B8D827}"/>
          </ac:spMkLst>
        </pc:spChg>
      </pc:sldChg>
      <pc:sldChg chg="addSp delSp modSp add mod ord">
        <pc:chgData name="王 zebra" userId="512e36ef2895e492" providerId="LiveId" clId="{81300B70-A979-4E2B-A889-6EE8BF6D8979}" dt="2023-09-04T02:58:35.294" v="4230"/>
        <pc:sldMkLst>
          <pc:docMk/>
          <pc:sldMk cId="1721574230" sldId="460"/>
        </pc:sldMkLst>
        <pc:spChg chg="mod">
          <ac:chgData name="王 zebra" userId="512e36ef2895e492" providerId="LiveId" clId="{81300B70-A979-4E2B-A889-6EE8BF6D8979}" dt="2023-09-03T08:13:23.011" v="502" actId="20577"/>
          <ac:spMkLst>
            <pc:docMk/>
            <pc:sldMk cId="1721574230" sldId="460"/>
            <ac:spMk id="2" creationId="{95648C1A-9302-4744-8637-3D0075A57977}"/>
          </ac:spMkLst>
        </pc:spChg>
        <pc:spChg chg="mod">
          <ac:chgData name="王 zebra" userId="512e36ef2895e492" providerId="LiveId" clId="{81300B70-A979-4E2B-A889-6EE8BF6D8979}" dt="2023-09-04T00:51:18.735" v="1710" actId="1076"/>
          <ac:spMkLst>
            <pc:docMk/>
            <pc:sldMk cId="1721574230" sldId="460"/>
            <ac:spMk id="3" creationId="{8FDCFB19-513B-42E1-B2A3-5635825FE424}"/>
          </ac:spMkLst>
        </pc:spChg>
        <pc:spChg chg="add mod">
          <ac:chgData name="王 zebra" userId="512e36ef2895e492" providerId="LiveId" clId="{81300B70-A979-4E2B-A889-6EE8BF6D8979}" dt="2023-09-04T01:03:25.770" v="1999" actId="1076"/>
          <ac:spMkLst>
            <pc:docMk/>
            <pc:sldMk cId="1721574230" sldId="460"/>
            <ac:spMk id="6" creationId="{F7950E30-91B3-4661-B768-D88BE9CE9C0F}"/>
          </ac:spMkLst>
        </pc:spChg>
        <pc:spChg chg="add mod">
          <ac:chgData name="王 zebra" userId="512e36ef2895e492" providerId="LiveId" clId="{81300B70-A979-4E2B-A889-6EE8BF6D8979}" dt="2023-09-04T00:51:12.983" v="1707" actId="164"/>
          <ac:spMkLst>
            <pc:docMk/>
            <pc:sldMk cId="1721574230" sldId="460"/>
            <ac:spMk id="7" creationId="{A0893C0D-388C-46F2-8DC0-7E37C9CFC68C}"/>
          </ac:spMkLst>
        </pc:spChg>
        <pc:spChg chg="mod">
          <ac:chgData name="王 zebra" userId="512e36ef2895e492" providerId="LiveId" clId="{81300B70-A979-4E2B-A889-6EE8BF6D8979}" dt="2023-09-04T01:03:25.770" v="1999" actId="1076"/>
          <ac:spMkLst>
            <pc:docMk/>
            <pc:sldMk cId="1721574230" sldId="460"/>
            <ac:spMk id="10" creationId="{CEE6698B-7351-4A8E-8D18-B6EEA6B8D827}"/>
          </ac:spMkLst>
        </pc:spChg>
        <pc:spChg chg="add mod">
          <ac:chgData name="王 zebra" userId="512e36ef2895e492" providerId="LiveId" clId="{81300B70-A979-4E2B-A889-6EE8BF6D8979}" dt="2023-09-04T00:51:24.429" v="1711" actId="164"/>
          <ac:spMkLst>
            <pc:docMk/>
            <pc:sldMk cId="1721574230" sldId="460"/>
            <ac:spMk id="13" creationId="{DBA6C7B0-51D7-4BF5-88AF-A96A9C338B84}"/>
          </ac:spMkLst>
        </pc:spChg>
        <pc:spChg chg="add mod">
          <ac:chgData name="王 zebra" userId="512e36ef2895e492" providerId="LiveId" clId="{81300B70-A979-4E2B-A889-6EE8BF6D8979}" dt="2023-09-04T00:51:12.983" v="1707" actId="164"/>
          <ac:spMkLst>
            <pc:docMk/>
            <pc:sldMk cId="1721574230" sldId="460"/>
            <ac:spMk id="18" creationId="{2C25032F-513E-4391-890F-9DAAB5DD6316}"/>
          </ac:spMkLst>
        </pc:spChg>
        <pc:spChg chg="add mod">
          <ac:chgData name="王 zebra" userId="512e36ef2895e492" providerId="LiveId" clId="{81300B70-A979-4E2B-A889-6EE8BF6D8979}" dt="2023-09-04T00:51:24.429" v="1711" actId="164"/>
          <ac:spMkLst>
            <pc:docMk/>
            <pc:sldMk cId="1721574230" sldId="460"/>
            <ac:spMk id="20" creationId="{72860431-AEF1-4B51-A087-1DDDCD6C3382}"/>
          </ac:spMkLst>
        </pc:spChg>
        <pc:spChg chg="mod">
          <ac:chgData name="王 zebra" userId="512e36ef2895e492" providerId="LiveId" clId="{81300B70-A979-4E2B-A889-6EE8BF6D8979}" dt="2023-09-04T00:52:47.919" v="1726" actId="20577"/>
          <ac:spMkLst>
            <pc:docMk/>
            <pc:sldMk cId="1721574230" sldId="460"/>
            <ac:spMk id="24" creationId="{E8A74E4A-DBF8-48D0-9630-875177B75449}"/>
          </ac:spMkLst>
        </pc:spChg>
        <pc:spChg chg="mod">
          <ac:chgData name="王 zebra" userId="512e36ef2895e492" providerId="LiveId" clId="{81300B70-A979-4E2B-A889-6EE8BF6D8979}" dt="2023-09-04T00:53:36.371" v="1830" actId="14100"/>
          <ac:spMkLst>
            <pc:docMk/>
            <pc:sldMk cId="1721574230" sldId="460"/>
            <ac:spMk id="26" creationId="{5BBE6154-8CCC-4A12-B2C2-3B41001CB4C2}"/>
          </ac:spMkLst>
        </pc:spChg>
        <pc:grpChg chg="add mod">
          <ac:chgData name="王 zebra" userId="512e36ef2895e492" providerId="LiveId" clId="{81300B70-A979-4E2B-A889-6EE8BF6D8979}" dt="2023-09-04T01:03:07.624" v="1997" actId="1076"/>
          <ac:grpSpMkLst>
            <pc:docMk/>
            <pc:sldMk cId="1721574230" sldId="460"/>
            <ac:grpSpMk id="21" creationId="{EAAD919B-98A0-45AA-93D4-2148D86ECC46}"/>
          </ac:grpSpMkLst>
        </pc:grpChg>
        <pc:grpChg chg="add del mod">
          <ac:chgData name="王 zebra" userId="512e36ef2895e492" providerId="LiveId" clId="{81300B70-A979-4E2B-A889-6EE8BF6D8979}" dt="2023-09-04T01:03:00.740" v="1995" actId="478"/>
          <ac:grpSpMkLst>
            <pc:docMk/>
            <pc:sldMk cId="1721574230" sldId="460"/>
            <ac:grpSpMk id="22" creationId="{A9EF418F-B5A2-4682-BA6E-3EEA0A917827}"/>
          </ac:grpSpMkLst>
        </pc:grpChg>
        <pc:grpChg chg="add mod">
          <ac:chgData name="王 zebra" userId="512e36ef2895e492" providerId="LiveId" clId="{81300B70-A979-4E2B-A889-6EE8BF6D8979}" dt="2023-09-04T01:03:13.067" v="1998" actId="1076"/>
          <ac:grpSpMkLst>
            <pc:docMk/>
            <pc:sldMk cId="1721574230" sldId="460"/>
            <ac:grpSpMk id="23" creationId="{6A1B9CE7-DA2D-4672-87F4-4AA53AE9C57D}"/>
          </ac:grpSpMkLst>
        </pc:grpChg>
        <pc:cxnChg chg="add mod">
          <ac:chgData name="王 zebra" userId="512e36ef2895e492" providerId="LiveId" clId="{81300B70-A979-4E2B-A889-6EE8BF6D8979}" dt="2023-09-04T01:03:25.770" v="1999" actId="1076"/>
          <ac:cxnSpMkLst>
            <pc:docMk/>
            <pc:sldMk cId="1721574230" sldId="460"/>
            <ac:cxnSpMk id="8" creationId="{D9C3AD17-A4E8-411B-A424-3D6126038C85}"/>
          </ac:cxnSpMkLst>
        </pc:cxnChg>
        <pc:cxnChg chg="add mod">
          <ac:chgData name="王 zebra" userId="512e36ef2895e492" providerId="LiveId" clId="{81300B70-A979-4E2B-A889-6EE8BF6D8979}" dt="2023-09-04T00:51:12.983" v="1707" actId="164"/>
          <ac:cxnSpMkLst>
            <pc:docMk/>
            <pc:sldMk cId="1721574230" sldId="460"/>
            <ac:cxnSpMk id="11" creationId="{327714ED-4A29-46F9-B558-576A9E97B548}"/>
          </ac:cxnSpMkLst>
        </pc:cxnChg>
        <pc:cxnChg chg="add mod">
          <ac:chgData name="王 zebra" userId="512e36ef2895e492" providerId="LiveId" clId="{81300B70-A979-4E2B-A889-6EE8BF6D8979}" dt="2023-09-04T00:51:24.429" v="1711" actId="164"/>
          <ac:cxnSpMkLst>
            <pc:docMk/>
            <pc:sldMk cId="1721574230" sldId="460"/>
            <ac:cxnSpMk id="14" creationId="{7C6817ED-0038-4761-BB8D-730916473CED}"/>
          </ac:cxnSpMkLst>
        </pc:cxnChg>
        <pc:cxnChg chg="mod">
          <ac:chgData name="王 zebra" userId="512e36ef2895e492" providerId="LiveId" clId="{81300B70-A979-4E2B-A889-6EE8BF6D8979}" dt="2023-09-04T00:51:42.634" v="1715"/>
          <ac:cxnSpMkLst>
            <pc:docMk/>
            <pc:sldMk cId="1721574230" sldId="460"/>
            <ac:cxnSpMk id="25" creationId="{6BA3CA3E-187F-48FE-9D05-BA8D8CF58761}"/>
          </ac:cxnSpMkLst>
        </pc:cxnChg>
      </pc:sldChg>
      <pc:sldChg chg="modSp add mod">
        <pc:chgData name="王 zebra" userId="512e36ef2895e492" providerId="LiveId" clId="{81300B70-A979-4E2B-A889-6EE8BF6D8979}" dt="2023-09-03T08:21:30.516" v="825" actId="113"/>
        <pc:sldMkLst>
          <pc:docMk/>
          <pc:sldMk cId="605477743" sldId="461"/>
        </pc:sldMkLst>
        <pc:spChg chg="mod">
          <ac:chgData name="王 zebra" userId="512e36ef2895e492" providerId="LiveId" clId="{81300B70-A979-4E2B-A889-6EE8BF6D8979}" dt="2023-09-03T08:04:54.763" v="370" actId="207"/>
          <ac:spMkLst>
            <pc:docMk/>
            <pc:sldMk cId="605477743" sldId="461"/>
            <ac:spMk id="2" creationId="{9BE10A44-04AE-6AD6-8AEC-47882B9F13FB}"/>
          </ac:spMkLst>
        </pc:spChg>
        <pc:spChg chg="mod">
          <ac:chgData name="王 zebra" userId="512e36ef2895e492" providerId="LiveId" clId="{81300B70-A979-4E2B-A889-6EE8BF6D8979}" dt="2023-09-03T08:05:01.251" v="371" actId="207"/>
          <ac:spMkLst>
            <pc:docMk/>
            <pc:sldMk cId="605477743" sldId="461"/>
            <ac:spMk id="6" creationId="{7ADB2C1D-9765-43B5-807B-51A0E46D9B90}"/>
          </ac:spMkLst>
        </pc:spChg>
        <pc:spChg chg="mod">
          <ac:chgData name="王 zebra" userId="512e36ef2895e492" providerId="LiveId" clId="{81300B70-A979-4E2B-A889-6EE8BF6D8979}" dt="2023-09-03T08:21:30.516" v="825" actId="113"/>
          <ac:spMkLst>
            <pc:docMk/>
            <pc:sldMk cId="605477743" sldId="461"/>
            <ac:spMk id="19" creationId="{E18E589C-06A9-47E7-8D55-57A6A92E3897}"/>
          </ac:spMkLst>
        </pc:spChg>
      </pc:sldChg>
      <pc:sldChg chg="addSp delSp modSp add mod ord">
        <pc:chgData name="王 zebra" userId="512e36ef2895e492" providerId="LiveId" clId="{81300B70-A979-4E2B-A889-6EE8BF6D8979}" dt="2023-09-04T02:58:36.439" v="4232"/>
        <pc:sldMkLst>
          <pc:docMk/>
          <pc:sldMk cId="2480778896" sldId="462"/>
        </pc:sldMkLst>
        <pc:spChg chg="mod">
          <ac:chgData name="王 zebra" userId="512e36ef2895e492" providerId="LiveId" clId="{81300B70-A979-4E2B-A889-6EE8BF6D8979}" dt="2023-09-03T08:18:58.827" v="757" actId="20577"/>
          <ac:spMkLst>
            <pc:docMk/>
            <pc:sldMk cId="2480778896" sldId="462"/>
            <ac:spMk id="2" creationId="{95648C1A-9302-4744-8637-3D0075A57977}"/>
          </ac:spMkLst>
        </pc:spChg>
        <pc:spChg chg="del">
          <ac:chgData name="王 zebra" userId="512e36ef2895e492" providerId="LiveId" clId="{81300B70-A979-4E2B-A889-6EE8BF6D8979}" dt="2023-09-03T08:19:03.563" v="759" actId="478"/>
          <ac:spMkLst>
            <pc:docMk/>
            <pc:sldMk cId="2480778896" sldId="462"/>
            <ac:spMk id="6" creationId="{F7950E30-91B3-4661-B768-D88BE9CE9C0F}"/>
          </ac:spMkLst>
        </pc:spChg>
        <pc:spChg chg="del">
          <ac:chgData name="王 zebra" userId="512e36ef2895e492" providerId="LiveId" clId="{81300B70-A979-4E2B-A889-6EE8BF6D8979}" dt="2023-09-03T08:19:03.563" v="759" actId="478"/>
          <ac:spMkLst>
            <pc:docMk/>
            <pc:sldMk cId="2480778896" sldId="462"/>
            <ac:spMk id="7" creationId="{A0893C0D-388C-46F2-8DC0-7E37C9CFC68C}"/>
          </ac:spMkLst>
        </pc:spChg>
        <pc:spChg chg="del">
          <ac:chgData name="王 zebra" userId="512e36ef2895e492" providerId="LiveId" clId="{81300B70-A979-4E2B-A889-6EE8BF6D8979}" dt="2023-09-03T08:19:01.474" v="758" actId="478"/>
          <ac:spMkLst>
            <pc:docMk/>
            <pc:sldMk cId="2480778896" sldId="462"/>
            <ac:spMk id="10" creationId="{CEE6698B-7351-4A8E-8D18-B6EEA6B8D827}"/>
          </ac:spMkLst>
        </pc:spChg>
        <pc:picChg chg="add mod">
          <ac:chgData name="王 zebra" userId="512e36ef2895e492" providerId="LiveId" clId="{81300B70-A979-4E2B-A889-6EE8BF6D8979}" dt="2023-09-03T08:19:15.567" v="761" actId="1076"/>
          <ac:picMkLst>
            <pc:docMk/>
            <pc:sldMk cId="2480778896" sldId="462"/>
            <ac:picMk id="5" creationId="{BA7AD900-8B00-4064-90C9-42B14E9BE255}"/>
          </ac:picMkLst>
        </pc:picChg>
        <pc:cxnChg chg="del">
          <ac:chgData name="王 zebra" userId="512e36ef2895e492" providerId="LiveId" clId="{81300B70-A979-4E2B-A889-6EE8BF6D8979}" dt="2023-09-03T08:19:03.563" v="759" actId="478"/>
          <ac:cxnSpMkLst>
            <pc:docMk/>
            <pc:sldMk cId="2480778896" sldId="462"/>
            <ac:cxnSpMk id="8" creationId="{D9C3AD17-A4E8-411B-A424-3D6126038C85}"/>
          </ac:cxnSpMkLst>
        </pc:cxnChg>
        <pc:cxnChg chg="del">
          <ac:chgData name="王 zebra" userId="512e36ef2895e492" providerId="LiveId" clId="{81300B70-A979-4E2B-A889-6EE8BF6D8979}" dt="2023-09-03T08:19:03.563" v="759" actId="478"/>
          <ac:cxnSpMkLst>
            <pc:docMk/>
            <pc:sldMk cId="2480778896" sldId="462"/>
            <ac:cxnSpMk id="11" creationId="{327714ED-4A29-46F9-B558-576A9E97B548}"/>
          </ac:cxnSpMkLst>
        </pc:cxnChg>
      </pc:sldChg>
      <pc:sldChg chg="addSp modSp add mod ord">
        <pc:chgData name="王 zebra" userId="512e36ef2895e492" providerId="LiveId" clId="{81300B70-A979-4E2B-A889-6EE8BF6D8979}" dt="2023-09-05T00:22:32.258" v="5410" actId="1076"/>
        <pc:sldMkLst>
          <pc:docMk/>
          <pc:sldMk cId="3716272340" sldId="463"/>
        </pc:sldMkLst>
        <pc:spChg chg="mod">
          <ac:chgData name="王 zebra" userId="512e36ef2895e492" providerId="LiveId" clId="{81300B70-A979-4E2B-A889-6EE8BF6D8979}" dt="2023-09-04T00:54:55.078" v="1839" actId="20577"/>
          <ac:spMkLst>
            <pc:docMk/>
            <pc:sldMk cId="3716272340" sldId="463"/>
            <ac:spMk id="2" creationId="{95648C1A-9302-4744-8637-3D0075A57977}"/>
          </ac:spMkLst>
        </pc:spChg>
        <pc:spChg chg="mod">
          <ac:chgData name="王 zebra" userId="512e36ef2895e492" providerId="LiveId" clId="{81300B70-A979-4E2B-A889-6EE8BF6D8979}" dt="2023-09-04T01:05:53.755" v="2112" actId="20577"/>
          <ac:spMkLst>
            <pc:docMk/>
            <pc:sldMk cId="3716272340" sldId="463"/>
            <ac:spMk id="10" creationId="{CEE6698B-7351-4A8E-8D18-B6EEA6B8D827}"/>
          </ac:spMkLst>
        </pc:spChg>
        <pc:picChg chg="add mod">
          <ac:chgData name="王 zebra" userId="512e36ef2895e492" providerId="LiveId" clId="{81300B70-A979-4E2B-A889-6EE8BF6D8979}" dt="2023-09-05T00:21:37.561" v="5393" actId="1076"/>
          <ac:picMkLst>
            <pc:docMk/>
            <pc:sldMk cId="3716272340" sldId="463"/>
            <ac:picMk id="5" creationId="{1F90C967-D58A-4533-BA95-99B3E7C730CD}"/>
          </ac:picMkLst>
        </pc:picChg>
        <pc:picChg chg="add mod">
          <ac:chgData name="王 zebra" userId="512e36ef2895e492" providerId="LiveId" clId="{81300B70-A979-4E2B-A889-6EE8BF6D8979}" dt="2023-09-05T00:21:34.247" v="5392" actId="1076"/>
          <ac:picMkLst>
            <pc:docMk/>
            <pc:sldMk cId="3716272340" sldId="463"/>
            <ac:picMk id="7" creationId="{209A23E4-C296-4A46-9CD2-73AC0809D9E2}"/>
          </ac:picMkLst>
        </pc:picChg>
        <pc:picChg chg="add mod">
          <ac:chgData name="王 zebra" userId="512e36ef2895e492" providerId="LiveId" clId="{81300B70-A979-4E2B-A889-6EE8BF6D8979}" dt="2023-09-05T00:21:34.247" v="5392" actId="1076"/>
          <ac:picMkLst>
            <pc:docMk/>
            <pc:sldMk cId="3716272340" sldId="463"/>
            <ac:picMk id="8" creationId="{137064B4-2538-4616-B147-3BB0CF4396BE}"/>
          </ac:picMkLst>
        </pc:picChg>
        <pc:picChg chg="add mod">
          <ac:chgData name="王 zebra" userId="512e36ef2895e492" providerId="LiveId" clId="{81300B70-A979-4E2B-A889-6EE8BF6D8979}" dt="2023-09-05T00:21:34.247" v="5392" actId="1076"/>
          <ac:picMkLst>
            <pc:docMk/>
            <pc:sldMk cId="3716272340" sldId="463"/>
            <ac:picMk id="9" creationId="{B2F03FC6-DF84-4B7F-A9A7-DDBCAC82366B}"/>
          </ac:picMkLst>
        </pc:picChg>
        <pc:picChg chg="add mod">
          <ac:chgData name="王 zebra" userId="512e36ef2895e492" providerId="LiveId" clId="{81300B70-A979-4E2B-A889-6EE8BF6D8979}" dt="2023-09-05T00:22:32.258" v="5410" actId="1076"/>
          <ac:picMkLst>
            <pc:docMk/>
            <pc:sldMk cId="3716272340" sldId="463"/>
            <ac:picMk id="19" creationId="{32227ED0-69E7-452A-9996-7AACE05AB37C}"/>
          </ac:picMkLst>
        </pc:picChg>
        <pc:cxnChg chg="add mod">
          <ac:chgData name="王 zebra" userId="512e36ef2895e492" providerId="LiveId" clId="{81300B70-A979-4E2B-A889-6EE8BF6D8979}" dt="2023-09-05T00:21:50.859" v="5396" actId="208"/>
          <ac:cxnSpMkLst>
            <pc:docMk/>
            <pc:sldMk cId="3716272340" sldId="463"/>
            <ac:cxnSpMk id="11" creationId="{B95EAB6F-271D-4187-B394-BF36B5B1C766}"/>
          </ac:cxnSpMkLst>
        </pc:cxnChg>
        <pc:cxnChg chg="add mod">
          <ac:chgData name="王 zebra" userId="512e36ef2895e492" providerId="LiveId" clId="{81300B70-A979-4E2B-A889-6EE8BF6D8979}" dt="2023-09-05T00:21:55.606" v="5398" actId="14100"/>
          <ac:cxnSpMkLst>
            <pc:docMk/>
            <pc:sldMk cId="3716272340" sldId="463"/>
            <ac:cxnSpMk id="12" creationId="{C3B1FA6D-49D8-4430-BE67-143453246514}"/>
          </ac:cxnSpMkLst>
        </pc:cxnChg>
        <pc:cxnChg chg="add mod">
          <ac:chgData name="王 zebra" userId="512e36ef2895e492" providerId="LiveId" clId="{81300B70-A979-4E2B-A889-6EE8BF6D8979}" dt="2023-09-05T00:22:04.510" v="5402" actId="14100"/>
          <ac:cxnSpMkLst>
            <pc:docMk/>
            <pc:sldMk cId="3716272340" sldId="463"/>
            <ac:cxnSpMk id="14" creationId="{2D4B7E82-CA65-4BED-AE9E-6DCF43653BA4}"/>
          </ac:cxnSpMkLst>
        </pc:cxnChg>
      </pc:sldChg>
      <pc:sldChg chg="addSp delSp modSp add mod ord delAnim modAnim">
        <pc:chgData name="王 zebra" userId="512e36ef2895e492" providerId="LiveId" clId="{81300B70-A979-4E2B-A889-6EE8BF6D8979}" dt="2023-09-04T02:24:58.374" v="3563" actId="122"/>
        <pc:sldMkLst>
          <pc:docMk/>
          <pc:sldMk cId="2130066483" sldId="464"/>
        </pc:sldMkLst>
        <pc:spChg chg="mod">
          <ac:chgData name="王 zebra" userId="512e36ef2895e492" providerId="LiveId" clId="{81300B70-A979-4E2B-A889-6EE8BF6D8979}" dt="2023-09-04T01:24:28.477" v="2709" actId="20577"/>
          <ac:spMkLst>
            <pc:docMk/>
            <pc:sldMk cId="2130066483" sldId="464"/>
            <ac:spMk id="2" creationId="{95648C1A-9302-4744-8637-3D0075A57977}"/>
          </ac:spMkLst>
        </pc:spChg>
        <pc:spChg chg="add del mod">
          <ac:chgData name="王 zebra" userId="512e36ef2895e492" providerId="LiveId" clId="{81300B70-A979-4E2B-A889-6EE8BF6D8979}" dt="2023-09-04T01:44:22.075" v="2937" actId="21"/>
          <ac:spMkLst>
            <pc:docMk/>
            <pc:sldMk cId="2130066483" sldId="464"/>
            <ac:spMk id="7" creationId="{C227E9C9-4E61-4026-9348-7A63F20A8BAE}"/>
          </ac:spMkLst>
        </pc:spChg>
        <pc:spChg chg="mod">
          <ac:chgData name="王 zebra" userId="512e36ef2895e492" providerId="LiveId" clId="{81300B70-A979-4E2B-A889-6EE8BF6D8979}" dt="2023-09-04T02:24:58.374" v="3563" actId="122"/>
          <ac:spMkLst>
            <pc:docMk/>
            <pc:sldMk cId="2130066483" sldId="464"/>
            <ac:spMk id="10" creationId="{CEE6698B-7351-4A8E-8D18-B6EEA6B8D827}"/>
          </ac:spMkLst>
        </pc:spChg>
        <pc:picChg chg="add mod">
          <ac:chgData name="王 zebra" userId="512e36ef2895e492" providerId="LiveId" clId="{81300B70-A979-4E2B-A889-6EE8BF6D8979}" dt="2023-09-04T01:30:17.472" v="2719" actId="1076"/>
          <ac:picMkLst>
            <pc:docMk/>
            <pc:sldMk cId="2130066483" sldId="464"/>
            <ac:picMk id="5" creationId="{0CD2CEFC-3EF6-4B28-A702-BCF868107531}"/>
          </ac:picMkLst>
        </pc:picChg>
      </pc:sldChg>
      <pc:sldChg chg="addSp modSp add mod">
        <pc:chgData name="王 zebra" userId="512e36ef2895e492" providerId="LiveId" clId="{81300B70-A979-4E2B-A889-6EE8BF6D8979}" dt="2023-09-05T00:20:22.871" v="5373" actId="1076"/>
        <pc:sldMkLst>
          <pc:docMk/>
          <pc:sldMk cId="3992983811" sldId="465"/>
        </pc:sldMkLst>
        <pc:spChg chg="mod">
          <ac:chgData name="王 zebra" userId="512e36ef2895e492" providerId="LiveId" clId="{81300B70-A979-4E2B-A889-6EE8BF6D8979}" dt="2023-09-04T00:57:54.301" v="1891" actId="20577"/>
          <ac:spMkLst>
            <pc:docMk/>
            <pc:sldMk cId="3992983811" sldId="465"/>
            <ac:spMk id="2" creationId="{95648C1A-9302-4744-8637-3D0075A57977}"/>
          </ac:spMkLst>
        </pc:spChg>
        <pc:spChg chg="mod">
          <ac:chgData name="王 zebra" userId="512e36ef2895e492" providerId="LiveId" clId="{81300B70-A979-4E2B-A889-6EE8BF6D8979}" dt="2023-09-05T00:19:45.749" v="5368" actId="20577"/>
          <ac:spMkLst>
            <pc:docMk/>
            <pc:sldMk cId="3992983811" sldId="465"/>
            <ac:spMk id="10" creationId="{CEE6698B-7351-4A8E-8D18-B6EEA6B8D827}"/>
          </ac:spMkLst>
        </pc:spChg>
        <pc:picChg chg="add mod">
          <ac:chgData name="王 zebra" userId="512e36ef2895e492" providerId="LiveId" clId="{81300B70-A979-4E2B-A889-6EE8BF6D8979}" dt="2023-09-05T00:20:22.871" v="5373" actId="1076"/>
          <ac:picMkLst>
            <pc:docMk/>
            <pc:sldMk cId="3992983811" sldId="465"/>
            <ac:picMk id="5" creationId="{E3CA2884-774D-4282-BBDA-DE71374EAE19}"/>
          </ac:picMkLst>
        </pc:picChg>
      </pc:sldChg>
      <pc:sldChg chg="addSp delSp modSp add mod">
        <pc:chgData name="王 zebra" userId="512e36ef2895e492" providerId="LiveId" clId="{81300B70-A979-4E2B-A889-6EE8BF6D8979}" dt="2023-09-04T07:07:53.905" v="4349" actId="1076"/>
        <pc:sldMkLst>
          <pc:docMk/>
          <pc:sldMk cId="1809513522" sldId="466"/>
        </pc:sldMkLst>
        <pc:spChg chg="mod">
          <ac:chgData name="王 zebra" userId="512e36ef2895e492" providerId="LiveId" clId="{81300B70-A979-4E2B-A889-6EE8BF6D8979}" dt="2023-09-04T01:18:18.977" v="2513" actId="20577"/>
          <ac:spMkLst>
            <pc:docMk/>
            <pc:sldMk cId="1809513522" sldId="466"/>
            <ac:spMk id="2" creationId="{95648C1A-9302-4744-8637-3D0075A57977}"/>
          </ac:spMkLst>
        </pc:spChg>
        <pc:spChg chg="add del">
          <ac:chgData name="王 zebra" userId="512e36ef2895e492" providerId="LiveId" clId="{81300B70-A979-4E2B-A889-6EE8BF6D8979}" dt="2023-09-04T01:18:44.367" v="2521" actId="478"/>
          <ac:spMkLst>
            <pc:docMk/>
            <pc:sldMk cId="1809513522" sldId="466"/>
            <ac:spMk id="6" creationId="{596D3FE6-15A6-440C-9480-2AC52A3E682D}"/>
          </ac:spMkLst>
        </pc:spChg>
        <pc:spChg chg="del">
          <ac:chgData name="王 zebra" userId="512e36ef2895e492" providerId="LiveId" clId="{81300B70-A979-4E2B-A889-6EE8BF6D8979}" dt="2023-09-04T01:18:35.295" v="2516" actId="478"/>
          <ac:spMkLst>
            <pc:docMk/>
            <pc:sldMk cId="1809513522" sldId="466"/>
            <ac:spMk id="10" creationId="{CEE6698B-7351-4A8E-8D18-B6EEA6B8D827}"/>
          </ac:spMkLst>
        </pc:spChg>
        <pc:spChg chg="add mod">
          <ac:chgData name="王 zebra" userId="512e36ef2895e492" providerId="LiveId" clId="{81300B70-A979-4E2B-A889-6EE8BF6D8979}" dt="2023-09-04T01:19:51.133" v="2530" actId="2085"/>
          <ac:spMkLst>
            <pc:docMk/>
            <pc:sldMk cId="1809513522" sldId="466"/>
            <ac:spMk id="12" creationId="{0C4292C9-AB9C-466E-AB5D-D8042F34CAB9}"/>
          </ac:spMkLst>
        </pc:spChg>
        <pc:picChg chg="add del mod">
          <ac:chgData name="王 zebra" userId="512e36ef2895e492" providerId="LiveId" clId="{81300B70-A979-4E2B-A889-6EE8BF6D8979}" dt="2023-09-04T01:18:38.216" v="2519" actId="478"/>
          <ac:picMkLst>
            <pc:docMk/>
            <pc:sldMk cId="1809513522" sldId="466"/>
            <ac:picMk id="5" creationId="{7F42C761-013C-45B7-80EF-8305A8BA4217}"/>
          </ac:picMkLst>
        </pc:picChg>
        <pc:picChg chg="add del mod">
          <ac:chgData name="王 zebra" userId="512e36ef2895e492" providerId="LiveId" clId="{81300B70-A979-4E2B-A889-6EE8BF6D8979}" dt="2023-09-04T01:19:30.576" v="2524" actId="478"/>
          <ac:picMkLst>
            <pc:docMk/>
            <pc:sldMk cId="1809513522" sldId="466"/>
            <ac:picMk id="8" creationId="{372938E1-98AC-4D1B-A6BB-3A4D2D85FDBC}"/>
          </ac:picMkLst>
        </pc:picChg>
        <pc:picChg chg="add mod">
          <ac:chgData name="王 zebra" userId="512e36ef2895e492" providerId="LiveId" clId="{81300B70-A979-4E2B-A889-6EE8BF6D8979}" dt="2023-09-04T07:07:53.905" v="4349" actId="1076"/>
          <ac:picMkLst>
            <pc:docMk/>
            <pc:sldMk cId="1809513522" sldId="466"/>
            <ac:picMk id="11" creationId="{29C997DB-6958-4A3A-8FA5-6F9BE110028C}"/>
          </ac:picMkLst>
        </pc:picChg>
      </pc:sldChg>
      <pc:sldChg chg="modSp add mod">
        <pc:chgData name="王 zebra" userId="512e36ef2895e492" providerId="LiveId" clId="{81300B70-A979-4E2B-A889-6EE8BF6D8979}" dt="2023-09-04T01:17:57.020" v="2458" actId="207"/>
        <pc:sldMkLst>
          <pc:docMk/>
          <pc:sldMk cId="2044883629" sldId="467"/>
        </pc:sldMkLst>
        <pc:spChg chg="mod">
          <ac:chgData name="王 zebra" userId="512e36ef2895e492" providerId="LiveId" clId="{81300B70-A979-4E2B-A889-6EE8BF6D8979}" dt="2023-09-04T01:17:52.798" v="2457" actId="207"/>
          <ac:spMkLst>
            <pc:docMk/>
            <pc:sldMk cId="2044883629" sldId="467"/>
            <ac:spMk id="2" creationId="{9BE10A44-04AE-6AD6-8AEC-47882B9F13FB}"/>
          </ac:spMkLst>
        </pc:spChg>
        <pc:spChg chg="mod">
          <ac:chgData name="王 zebra" userId="512e36ef2895e492" providerId="LiveId" clId="{81300B70-A979-4E2B-A889-6EE8BF6D8979}" dt="2023-09-04T01:17:57.020" v="2458" actId="207"/>
          <ac:spMkLst>
            <pc:docMk/>
            <pc:sldMk cId="2044883629" sldId="467"/>
            <ac:spMk id="8" creationId="{05605E1C-32C4-4687-9BD8-5C8AB9B5E3DC}"/>
          </ac:spMkLst>
        </pc:spChg>
      </pc:sldChg>
      <pc:sldChg chg="addSp delSp modSp add mod ord">
        <pc:chgData name="王 zebra" userId="512e36ef2895e492" providerId="LiveId" clId="{81300B70-A979-4E2B-A889-6EE8BF6D8979}" dt="2023-09-04T06:51:25.044" v="4236" actId="1076"/>
        <pc:sldMkLst>
          <pc:docMk/>
          <pc:sldMk cId="2190392082" sldId="468"/>
        </pc:sldMkLst>
        <pc:spChg chg="mod">
          <ac:chgData name="王 zebra" userId="512e36ef2895e492" providerId="LiveId" clId="{81300B70-A979-4E2B-A889-6EE8BF6D8979}" dt="2023-09-04T06:51:23.925" v="4235"/>
          <ac:spMkLst>
            <pc:docMk/>
            <pc:sldMk cId="2190392082" sldId="468"/>
            <ac:spMk id="2" creationId="{95648C1A-9302-4744-8637-3D0075A57977}"/>
          </ac:spMkLst>
        </pc:spChg>
        <pc:spChg chg="del">
          <ac:chgData name="王 zebra" userId="512e36ef2895e492" providerId="LiveId" clId="{81300B70-A979-4E2B-A889-6EE8BF6D8979}" dt="2023-09-04T02:44:37.619" v="4131" actId="478"/>
          <ac:spMkLst>
            <pc:docMk/>
            <pc:sldMk cId="2190392082" sldId="468"/>
            <ac:spMk id="10" creationId="{CEE6698B-7351-4A8E-8D18-B6EEA6B8D827}"/>
          </ac:spMkLst>
        </pc:spChg>
        <pc:picChg chg="add mod">
          <ac:chgData name="王 zebra" userId="512e36ef2895e492" providerId="LiveId" clId="{81300B70-A979-4E2B-A889-6EE8BF6D8979}" dt="2023-09-04T02:44:44.673" v="4134" actId="1076"/>
          <ac:picMkLst>
            <pc:docMk/>
            <pc:sldMk cId="2190392082" sldId="468"/>
            <ac:picMk id="5" creationId="{77B237B3-4FDE-4DC5-AC79-5B9926C29B68}"/>
          </ac:picMkLst>
        </pc:picChg>
        <pc:picChg chg="add mod">
          <ac:chgData name="王 zebra" userId="512e36ef2895e492" providerId="LiveId" clId="{81300B70-A979-4E2B-A889-6EE8BF6D8979}" dt="2023-09-04T06:51:25.044" v="4236" actId="1076"/>
          <ac:picMkLst>
            <pc:docMk/>
            <pc:sldMk cId="2190392082" sldId="468"/>
            <ac:picMk id="7" creationId="{A5CF7DA7-C7E8-4A19-BE13-821F3F897116}"/>
          </ac:picMkLst>
        </pc:picChg>
      </pc:sldChg>
      <pc:sldChg chg="addSp delSp modSp add mod delAnim modAnim">
        <pc:chgData name="王 zebra" userId="512e36ef2895e492" providerId="LiveId" clId="{81300B70-A979-4E2B-A889-6EE8BF6D8979}" dt="2023-09-04T01:44:45.132" v="2943" actId="1076"/>
        <pc:sldMkLst>
          <pc:docMk/>
          <pc:sldMk cId="3270247689" sldId="469"/>
        </pc:sldMkLst>
        <pc:spChg chg="mod">
          <ac:chgData name="王 zebra" userId="512e36ef2895e492" providerId="LiveId" clId="{81300B70-A979-4E2B-A889-6EE8BF6D8979}" dt="2023-09-04T01:41:30.657" v="2849" actId="20577"/>
          <ac:spMkLst>
            <pc:docMk/>
            <pc:sldMk cId="3270247689" sldId="469"/>
            <ac:spMk id="2" creationId="{95648C1A-9302-4744-8637-3D0075A57977}"/>
          </ac:spMkLst>
        </pc:spChg>
        <pc:spChg chg="del">
          <ac:chgData name="王 zebra" userId="512e36ef2895e492" providerId="LiveId" clId="{81300B70-A979-4E2B-A889-6EE8BF6D8979}" dt="2023-09-04T01:36:51.861" v="2814" actId="478"/>
          <ac:spMkLst>
            <pc:docMk/>
            <pc:sldMk cId="3270247689" sldId="469"/>
            <ac:spMk id="7" creationId="{C227E9C9-4E61-4026-9348-7A63F20A8BAE}"/>
          </ac:spMkLst>
        </pc:spChg>
        <pc:spChg chg="del">
          <ac:chgData name="王 zebra" userId="512e36ef2895e492" providerId="LiveId" clId="{81300B70-A979-4E2B-A889-6EE8BF6D8979}" dt="2023-09-04T01:36:53.186" v="2815" actId="478"/>
          <ac:spMkLst>
            <pc:docMk/>
            <pc:sldMk cId="3270247689" sldId="469"/>
            <ac:spMk id="10" creationId="{CEE6698B-7351-4A8E-8D18-B6EEA6B8D827}"/>
          </ac:spMkLst>
        </pc:spChg>
        <pc:spChg chg="add mod">
          <ac:chgData name="王 zebra" userId="512e36ef2895e492" providerId="LiveId" clId="{81300B70-A979-4E2B-A889-6EE8BF6D8979}" dt="2023-09-04T01:44:42.232" v="2941" actId="1076"/>
          <ac:spMkLst>
            <pc:docMk/>
            <pc:sldMk cId="3270247689" sldId="469"/>
            <ac:spMk id="11" creationId="{7FA8CC1E-4631-47DA-A2C6-C74D3B3A3BA8}"/>
          </ac:spMkLst>
        </pc:spChg>
        <pc:picChg chg="del">
          <ac:chgData name="王 zebra" userId="512e36ef2895e492" providerId="LiveId" clId="{81300B70-A979-4E2B-A889-6EE8BF6D8979}" dt="2023-09-04T01:36:50.307" v="2813" actId="478"/>
          <ac:picMkLst>
            <pc:docMk/>
            <pc:sldMk cId="3270247689" sldId="469"/>
            <ac:picMk id="5" creationId="{0CD2CEFC-3EF6-4B28-A702-BCF868107531}"/>
          </ac:picMkLst>
        </pc:picChg>
        <pc:picChg chg="add mod">
          <ac:chgData name="王 zebra" userId="512e36ef2895e492" providerId="LiveId" clId="{81300B70-A979-4E2B-A889-6EE8BF6D8979}" dt="2023-09-04T01:44:45.132" v="2943" actId="1076"/>
          <ac:picMkLst>
            <pc:docMk/>
            <pc:sldMk cId="3270247689" sldId="469"/>
            <ac:picMk id="6" creationId="{1CB86B50-7CA3-42CF-BAB2-6BFDF0B43553}"/>
          </ac:picMkLst>
        </pc:picChg>
        <pc:picChg chg="add mod">
          <ac:chgData name="王 zebra" userId="512e36ef2895e492" providerId="LiveId" clId="{81300B70-A979-4E2B-A889-6EE8BF6D8979}" dt="2023-09-04T01:44:43.387" v="2942" actId="1076"/>
          <ac:picMkLst>
            <pc:docMk/>
            <pc:sldMk cId="3270247689" sldId="469"/>
            <ac:picMk id="9" creationId="{91B1510F-9B60-4F17-9DC3-276A97A02B94}"/>
          </ac:picMkLst>
        </pc:picChg>
      </pc:sldChg>
      <pc:sldChg chg="addSp delSp modSp add mod delAnim modAnim">
        <pc:chgData name="王 zebra" userId="512e36ef2895e492" providerId="LiveId" clId="{81300B70-A979-4E2B-A889-6EE8BF6D8979}" dt="2023-09-04T02:16:57.953" v="3338" actId="20577"/>
        <pc:sldMkLst>
          <pc:docMk/>
          <pc:sldMk cId="1636205258" sldId="470"/>
        </pc:sldMkLst>
        <pc:spChg chg="mod">
          <ac:chgData name="王 zebra" userId="512e36ef2895e492" providerId="LiveId" clId="{81300B70-A979-4E2B-A889-6EE8BF6D8979}" dt="2023-09-04T01:43:58.842" v="2928" actId="20577"/>
          <ac:spMkLst>
            <pc:docMk/>
            <pc:sldMk cId="1636205258" sldId="470"/>
            <ac:spMk id="2" creationId="{95648C1A-9302-4744-8637-3D0075A57977}"/>
          </ac:spMkLst>
        </pc:spChg>
        <pc:spChg chg="add del mod">
          <ac:chgData name="王 zebra" userId="512e36ef2895e492" providerId="LiveId" clId="{81300B70-A979-4E2B-A889-6EE8BF6D8979}" dt="2023-09-04T01:48:19.272" v="2953" actId="478"/>
          <ac:spMkLst>
            <pc:docMk/>
            <pc:sldMk cId="1636205258" sldId="470"/>
            <ac:spMk id="10" creationId="{E8BBF605-83CA-4904-8349-5D1544260E38}"/>
          </ac:spMkLst>
        </pc:spChg>
        <pc:spChg chg="del">
          <ac:chgData name="王 zebra" userId="512e36ef2895e492" providerId="LiveId" clId="{81300B70-A979-4E2B-A889-6EE8BF6D8979}" dt="2023-09-04T01:44:01.042" v="2929" actId="478"/>
          <ac:spMkLst>
            <pc:docMk/>
            <pc:sldMk cId="1636205258" sldId="470"/>
            <ac:spMk id="11" creationId="{7FA8CC1E-4631-47DA-A2C6-C74D3B3A3BA8}"/>
          </ac:spMkLst>
        </pc:spChg>
        <pc:spChg chg="add mod">
          <ac:chgData name="王 zebra" userId="512e36ef2895e492" providerId="LiveId" clId="{81300B70-A979-4E2B-A889-6EE8BF6D8979}" dt="2023-09-04T02:16:57.953" v="3338" actId="20577"/>
          <ac:spMkLst>
            <pc:docMk/>
            <pc:sldMk cId="1636205258" sldId="470"/>
            <ac:spMk id="12" creationId="{15694259-E9A0-4A2F-8474-6BFEFE3DA794}"/>
          </ac:spMkLst>
        </pc:spChg>
        <pc:picChg chg="add mod">
          <ac:chgData name="王 zebra" userId="512e36ef2895e492" providerId="LiveId" clId="{81300B70-A979-4E2B-A889-6EE8BF6D8979}" dt="2023-09-04T01:50:50.484" v="3020" actId="14100"/>
          <ac:picMkLst>
            <pc:docMk/>
            <pc:sldMk cId="1636205258" sldId="470"/>
            <ac:picMk id="5" creationId="{CD96BCFE-2822-47FC-8B1A-A9C285E67B71}"/>
          </ac:picMkLst>
        </pc:picChg>
        <pc:picChg chg="del">
          <ac:chgData name="王 zebra" userId="512e36ef2895e492" providerId="LiveId" clId="{81300B70-A979-4E2B-A889-6EE8BF6D8979}" dt="2023-09-04T01:44:03.280" v="2931" actId="478"/>
          <ac:picMkLst>
            <pc:docMk/>
            <pc:sldMk cId="1636205258" sldId="470"/>
            <ac:picMk id="6" creationId="{1CB86B50-7CA3-42CF-BAB2-6BFDF0B43553}"/>
          </ac:picMkLst>
        </pc:picChg>
        <pc:picChg chg="add mod">
          <ac:chgData name="王 zebra" userId="512e36ef2895e492" providerId="LiveId" clId="{81300B70-A979-4E2B-A889-6EE8BF6D8979}" dt="2023-09-04T02:03:42.489" v="3237" actId="14100"/>
          <ac:picMkLst>
            <pc:docMk/>
            <pc:sldMk cId="1636205258" sldId="470"/>
            <ac:picMk id="8" creationId="{E43402B5-0B99-44C5-862A-EFCD2E66D782}"/>
          </ac:picMkLst>
        </pc:picChg>
        <pc:picChg chg="del">
          <ac:chgData name="王 zebra" userId="512e36ef2895e492" providerId="LiveId" clId="{81300B70-A979-4E2B-A889-6EE8BF6D8979}" dt="2023-09-04T01:44:02.328" v="2930" actId="478"/>
          <ac:picMkLst>
            <pc:docMk/>
            <pc:sldMk cId="1636205258" sldId="470"/>
            <ac:picMk id="9" creationId="{91B1510F-9B60-4F17-9DC3-276A97A02B94}"/>
          </ac:picMkLst>
        </pc:picChg>
        <pc:picChg chg="add del">
          <ac:chgData name="王 zebra" userId="512e36ef2895e492" providerId="LiveId" clId="{81300B70-A979-4E2B-A889-6EE8BF6D8979}" dt="2023-09-04T01:50:09.166" v="2969" actId="478"/>
          <ac:picMkLst>
            <pc:docMk/>
            <pc:sldMk cId="1636205258" sldId="470"/>
            <ac:picMk id="14" creationId="{142882FD-B074-4CB1-891E-52C517FC516D}"/>
          </ac:picMkLst>
        </pc:picChg>
      </pc:sldChg>
      <pc:sldChg chg="addSp delSp modSp add mod ord">
        <pc:chgData name="王 zebra" userId="512e36ef2895e492" providerId="LiveId" clId="{81300B70-A979-4E2B-A889-6EE8BF6D8979}" dt="2023-09-04T06:51:09.377" v="4234"/>
        <pc:sldMkLst>
          <pc:docMk/>
          <pc:sldMk cId="2997957333" sldId="471"/>
        </pc:sldMkLst>
        <pc:spChg chg="mod">
          <ac:chgData name="王 zebra" userId="512e36ef2895e492" providerId="LiveId" clId="{81300B70-A979-4E2B-A889-6EE8BF6D8979}" dt="2023-09-04T02:17:58.577" v="3360" actId="20577"/>
          <ac:spMkLst>
            <pc:docMk/>
            <pc:sldMk cId="2997957333" sldId="471"/>
            <ac:spMk id="2" creationId="{95648C1A-9302-4744-8637-3D0075A57977}"/>
          </ac:spMkLst>
        </pc:spChg>
        <pc:spChg chg="add mod">
          <ac:chgData name="王 zebra" userId="512e36ef2895e492" providerId="LiveId" clId="{81300B70-A979-4E2B-A889-6EE8BF6D8979}" dt="2023-09-04T02:19:52.625" v="3547" actId="1076"/>
          <ac:spMkLst>
            <pc:docMk/>
            <pc:sldMk cId="2997957333" sldId="471"/>
            <ac:spMk id="9" creationId="{2638F52F-1E72-4CDF-9398-656E6D84C012}"/>
          </ac:spMkLst>
        </pc:spChg>
        <pc:spChg chg="add del mod">
          <ac:chgData name="王 zebra" userId="512e36ef2895e492" providerId="LiveId" clId="{81300B70-A979-4E2B-A889-6EE8BF6D8979}" dt="2023-09-04T02:25:55.672" v="3565"/>
          <ac:spMkLst>
            <pc:docMk/>
            <pc:sldMk cId="2997957333" sldId="471"/>
            <ac:spMk id="10" creationId="{E2CC7E7C-2138-44E9-9503-FAACF9E80D7F}"/>
          </ac:spMkLst>
        </pc:spChg>
        <pc:spChg chg="del mod">
          <ac:chgData name="王 zebra" userId="512e36ef2895e492" providerId="LiveId" clId="{81300B70-A979-4E2B-A889-6EE8BF6D8979}" dt="2023-09-04T02:18:03.160" v="3361" actId="478"/>
          <ac:spMkLst>
            <pc:docMk/>
            <pc:sldMk cId="2997957333" sldId="471"/>
            <ac:spMk id="12" creationId="{15694259-E9A0-4A2F-8474-6BFEFE3DA794}"/>
          </ac:spMkLst>
        </pc:spChg>
        <pc:picChg chg="del">
          <ac:chgData name="王 zebra" userId="512e36ef2895e492" providerId="LiveId" clId="{81300B70-A979-4E2B-A889-6EE8BF6D8979}" dt="2023-09-04T02:17:44.928" v="3340" actId="478"/>
          <ac:picMkLst>
            <pc:docMk/>
            <pc:sldMk cId="2997957333" sldId="471"/>
            <ac:picMk id="5" creationId="{CD96BCFE-2822-47FC-8B1A-A9C285E67B71}"/>
          </ac:picMkLst>
        </pc:picChg>
        <pc:picChg chg="add mod">
          <ac:chgData name="王 zebra" userId="512e36ef2895e492" providerId="LiveId" clId="{81300B70-A979-4E2B-A889-6EE8BF6D8979}" dt="2023-09-04T02:20:00.511" v="3549" actId="1076"/>
          <ac:picMkLst>
            <pc:docMk/>
            <pc:sldMk cId="2997957333" sldId="471"/>
            <ac:picMk id="6" creationId="{487D7B76-6FD3-42F6-8878-CF417C73068F}"/>
          </ac:picMkLst>
        </pc:picChg>
        <pc:picChg chg="del">
          <ac:chgData name="王 zebra" userId="512e36ef2895e492" providerId="LiveId" clId="{81300B70-A979-4E2B-A889-6EE8BF6D8979}" dt="2023-09-04T02:17:45.879" v="3341" actId="478"/>
          <ac:picMkLst>
            <pc:docMk/>
            <pc:sldMk cId="2997957333" sldId="471"/>
            <ac:picMk id="8" creationId="{E43402B5-0B99-44C5-862A-EFCD2E66D782}"/>
          </ac:picMkLst>
        </pc:picChg>
      </pc:sldChg>
      <pc:sldChg chg="addSp delSp modSp add mod">
        <pc:chgData name="王 zebra" userId="512e36ef2895e492" providerId="LiveId" clId="{81300B70-A979-4E2B-A889-6EE8BF6D8979}" dt="2023-09-04T02:34:43.902" v="3962" actId="207"/>
        <pc:sldMkLst>
          <pc:docMk/>
          <pc:sldMk cId="3593603687" sldId="472"/>
        </pc:sldMkLst>
        <pc:spChg chg="mod">
          <ac:chgData name="王 zebra" userId="512e36ef2895e492" providerId="LiveId" clId="{81300B70-A979-4E2B-A889-6EE8BF6D8979}" dt="2023-09-04T02:31:43.775" v="3774" actId="20577"/>
          <ac:spMkLst>
            <pc:docMk/>
            <pc:sldMk cId="3593603687" sldId="472"/>
            <ac:spMk id="2" creationId="{95648C1A-9302-4744-8637-3D0075A57977}"/>
          </ac:spMkLst>
        </pc:spChg>
        <pc:spChg chg="add mod">
          <ac:chgData name="王 zebra" userId="512e36ef2895e492" providerId="LiveId" clId="{81300B70-A979-4E2B-A889-6EE8BF6D8979}" dt="2023-09-04T02:34:43.902" v="3962" actId="207"/>
          <ac:spMkLst>
            <pc:docMk/>
            <pc:sldMk cId="3593603687" sldId="472"/>
            <ac:spMk id="8" creationId="{1048BE9B-8621-46B4-AABD-8A4A072279A2}"/>
          </ac:spMkLst>
        </pc:spChg>
        <pc:spChg chg="del">
          <ac:chgData name="王 zebra" userId="512e36ef2895e492" providerId="LiveId" clId="{81300B70-A979-4E2B-A889-6EE8BF6D8979}" dt="2023-09-04T02:26:25.293" v="3605" actId="478"/>
          <ac:spMkLst>
            <pc:docMk/>
            <pc:sldMk cId="3593603687" sldId="472"/>
            <ac:spMk id="9" creationId="{2638F52F-1E72-4CDF-9398-656E6D84C012}"/>
          </ac:spMkLst>
        </pc:spChg>
        <pc:picChg chg="del">
          <ac:chgData name="王 zebra" userId="512e36ef2895e492" providerId="LiveId" clId="{81300B70-A979-4E2B-A889-6EE8BF6D8979}" dt="2023-09-04T02:26:25.982" v="3606" actId="478"/>
          <ac:picMkLst>
            <pc:docMk/>
            <pc:sldMk cId="3593603687" sldId="472"/>
            <ac:picMk id="6" creationId="{487D7B76-6FD3-42F6-8878-CF417C73068F}"/>
          </ac:picMkLst>
        </pc:picChg>
        <pc:picChg chg="add mod">
          <ac:chgData name="王 zebra" userId="512e36ef2895e492" providerId="LiveId" clId="{81300B70-A979-4E2B-A889-6EE8BF6D8979}" dt="2023-09-04T02:32:00.357" v="3778" actId="14100"/>
          <ac:picMkLst>
            <pc:docMk/>
            <pc:sldMk cId="3593603687" sldId="472"/>
            <ac:picMk id="7" creationId="{523F9E5A-BC5D-4080-B496-1682DFA36BDB}"/>
          </ac:picMkLst>
        </pc:picChg>
        <pc:picChg chg="add mod">
          <ac:chgData name="王 zebra" userId="512e36ef2895e492" providerId="LiveId" clId="{81300B70-A979-4E2B-A889-6EE8BF6D8979}" dt="2023-09-04T02:32:43.300" v="3789" actId="207"/>
          <ac:picMkLst>
            <pc:docMk/>
            <pc:sldMk cId="3593603687" sldId="472"/>
            <ac:picMk id="14" creationId="{EEE2C098-8DCB-42FC-A32D-68C7FE9F0AF7}"/>
          </ac:picMkLst>
        </pc:picChg>
        <pc:cxnChg chg="add mod">
          <ac:chgData name="王 zebra" userId="512e36ef2895e492" providerId="LiveId" clId="{81300B70-A979-4E2B-A889-6EE8BF6D8979}" dt="2023-09-04T02:32:50.163" v="3790" actId="1076"/>
          <ac:cxnSpMkLst>
            <pc:docMk/>
            <pc:sldMk cId="3593603687" sldId="472"/>
            <ac:cxnSpMk id="10" creationId="{62F86E84-43D2-411D-911F-304953759B15}"/>
          </ac:cxnSpMkLst>
        </pc:cxnChg>
      </pc:sldChg>
      <pc:sldChg chg="addSp delSp modSp add mod">
        <pc:chgData name="王 zebra" userId="512e36ef2895e492" providerId="LiveId" clId="{81300B70-A979-4E2B-A889-6EE8BF6D8979}" dt="2023-09-04T02:49:22.163" v="4188" actId="21"/>
        <pc:sldMkLst>
          <pc:docMk/>
          <pc:sldMk cId="2187953158" sldId="473"/>
        </pc:sldMkLst>
        <pc:spChg chg="mod">
          <ac:chgData name="王 zebra" userId="512e36ef2895e492" providerId="LiveId" clId="{81300B70-A979-4E2B-A889-6EE8BF6D8979}" dt="2023-09-04T02:48:08.837" v="4183" actId="207"/>
          <ac:spMkLst>
            <pc:docMk/>
            <pc:sldMk cId="2187953158" sldId="473"/>
            <ac:spMk id="2" creationId="{95648C1A-9302-4744-8637-3D0075A57977}"/>
          </ac:spMkLst>
        </pc:spChg>
        <pc:spChg chg="del mod">
          <ac:chgData name="王 zebra" userId="512e36ef2895e492" providerId="LiveId" clId="{81300B70-A979-4E2B-A889-6EE8BF6D8979}" dt="2023-09-04T02:46:52.160" v="4135" actId="478"/>
          <ac:spMkLst>
            <pc:docMk/>
            <pc:sldMk cId="2187953158" sldId="473"/>
            <ac:spMk id="8" creationId="{1048BE9B-8621-46B4-AABD-8A4A072279A2}"/>
          </ac:spMkLst>
        </pc:spChg>
        <pc:picChg chg="add mod">
          <ac:chgData name="王 zebra" userId="512e36ef2895e492" providerId="LiveId" clId="{81300B70-A979-4E2B-A889-6EE8BF6D8979}" dt="2023-09-04T02:46:55.902" v="4138" actId="1076"/>
          <ac:picMkLst>
            <pc:docMk/>
            <pc:sldMk cId="2187953158" sldId="473"/>
            <ac:picMk id="5" creationId="{5E7EAD4D-6E1B-4B9F-9DFA-E23B7CD02024}"/>
          </ac:picMkLst>
        </pc:picChg>
        <pc:picChg chg="del">
          <ac:chgData name="王 zebra" userId="512e36ef2895e492" providerId="LiveId" clId="{81300B70-A979-4E2B-A889-6EE8BF6D8979}" dt="2023-09-04T02:41:11.802" v="3986" actId="478"/>
          <ac:picMkLst>
            <pc:docMk/>
            <pc:sldMk cId="2187953158" sldId="473"/>
            <ac:picMk id="7" creationId="{523F9E5A-BC5D-4080-B496-1682DFA36BDB}"/>
          </ac:picMkLst>
        </pc:picChg>
        <pc:picChg chg="add del">
          <ac:chgData name="王 zebra" userId="512e36ef2895e492" providerId="LiveId" clId="{81300B70-A979-4E2B-A889-6EE8BF6D8979}" dt="2023-09-04T02:49:22.163" v="4188" actId="21"/>
          <ac:picMkLst>
            <pc:docMk/>
            <pc:sldMk cId="2187953158" sldId="473"/>
            <ac:picMk id="9" creationId="{6E27B9D0-1AF8-4CB2-A209-31BE4B96DE91}"/>
          </ac:picMkLst>
        </pc:picChg>
        <pc:picChg chg="del">
          <ac:chgData name="王 zebra" userId="512e36ef2895e492" providerId="LiveId" clId="{81300B70-A979-4E2B-A889-6EE8BF6D8979}" dt="2023-09-04T02:41:13.473" v="3987" actId="478"/>
          <ac:picMkLst>
            <pc:docMk/>
            <pc:sldMk cId="2187953158" sldId="473"/>
            <ac:picMk id="14" creationId="{EEE2C098-8DCB-42FC-A32D-68C7FE9F0AF7}"/>
          </ac:picMkLst>
        </pc:picChg>
        <pc:cxnChg chg="del">
          <ac:chgData name="王 zebra" userId="512e36ef2895e492" providerId="LiveId" clId="{81300B70-A979-4E2B-A889-6EE8BF6D8979}" dt="2023-09-04T02:41:13.825" v="3988" actId="478"/>
          <ac:cxnSpMkLst>
            <pc:docMk/>
            <pc:sldMk cId="2187953158" sldId="473"/>
            <ac:cxnSpMk id="10" creationId="{62F86E84-43D2-411D-911F-304953759B15}"/>
          </ac:cxnSpMkLst>
        </pc:cxnChg>
      </pc:sldChg>
      <pc:sldChg chg="addSp delSp modSp add mod ord">
        <pc:chgData name="王 zebra" userId="512e36ef2895e492" providerId="LiveId" clId="{81300B70-A979-4E2B-A889-6EE8BF6D8979}" dt="2023-09-04T02:50:49.932" v="4213"/>
        <pc:sldMkLst>
          <pc:docMk/>
          <pc:sldMk cId="3584412506" sldId="474"/>
        </pc:sldMkLst>
        <pc:spChg chg="mod">
          <ac:chgData name="王 zebra" userId="512e36ef2895e492" providerId="LiveId" clId="{81300B70-A979-4E2B-A889-6EE8BF6D8979}" dt="2023-09-04T02:50:21.072" v="4209" actId="20577"/>
          <ac:spMkLst>
            <pc:docMk/>
            <pc:sldMk cId="3584412506" sldId="474"/>
            <ac:spMk id="2" creationId="{95648C1A-9302-4744-8637-3D0075A57977}"/>
          </ac:spMkLst>
        </pc:spChg>
        <pc:spChg chg="add mod">
          <ac:chgData name="王 zebra" userId="512e36ef2895e492" providerId="LiveId" clId="{81300B70-A979-4E2B-A889-6EE8BF6D8979}" dt="2023-09-04T02:49:53.847" v="4194" actId="2085"/>
          <ac:spMkLst>
            <pc:docMk/>
            <pc:sldMk cId="3584412506" sldId="474"/>
            <ac:spMk id="4" creationId="{3B3EA04C-5883-4F08-9329-AFBB8399BC24}"/>
          </ac:spMkLst>
        </pc:spChg>
        <pc:picChg chg="del">
          <ac:chgData name="王 zebra" userId="512e36ef2895e492" providerId="LiveId" clId="{81300B70-A979-4E2B-A889-6EE8BF6D8979}" dt="2023-09-04T02:49:20.624" v="4187" actId="478"/>
          <ac:picMkLst>
            <pc:docMk/>
            <pc:sldMk cId="3584412506" sldId="474"/>
            <ac:picMk id="5" creationId="{5E7EAD4D-6E1B-4B9F-9DFA-E23B7CD02024}"/>
          </ac:picMkLst>
        </pc:picChg>
        <pc:picChg chg="add mod">
          <ac:chgData name="王 zebra" userId="512e36ef2895e492" providerId="LiveId" clId="{81300B70-A979-4E2B-A889-6EE8BF6D8979}" dt="2023-09-04T02:49:28.345" v="4191" actId="1076"/>
          <ac:picMkLst>
            <pc:docMk/>
            <pc:sldMk cId="3584412506" sldId="474"/>
            <ac:picMk id="6" creationId="{F3788195-BE9E-422E-A92F-A9564EBC5E37}"/>
          </ac:picMkLst>
        </pc:picChg>
        <pc:picChg chg="del">
          <ac:chgData name="王 zebra" userId="512e36ef2895e492" providerId="LiveId" clId="{81300B70-A979-4E2B-A889-6EE8BF6D8979}" dt="2023-09-04T02:49:15.860" v="4186" actId="21"/>
          <ac:picMkLst>
            <pc:docMk/>
            <pc:sldMk cId="3584412506" sldId="474"/>
            <ac:picMk id="9" creationId="{6E27B9D0-1AF8-4CB2-A209-31BE4B96DE91}"/>
          </ac:picMkLst>
        </pc:picChg>
      </pc:sldChg>
      <pc:sldChg chg="delSp modSp add del mod ord">
        <pc:chgData name="王 zebra" userId="512e36ef2895e492" providerId="LiveId" clId="{81300B70-A979-4E2B-A889-6EE8BF6D8979}" dt="2023-09-04T23:48:10.976" v="4914" actId="47"/>
        <pc:sldMkLst>
          <pc:docMk/>
          <pc:sldMk cId="1346423900" sldId="475"/>
        </pc:sldMkLst>
        <pc:spChg chg="mod">
          <ac:chgData name="王 zebra" userId="512e36ef2895e492" providerId="LiveId" clId="{81300B70-A979-4E2B-A889-6EE8BF6D8979}" dt="2023-09-04T02:51:53.039" v="4224" actId="20577"/>
          <ac:spMkLst>
            <pc:docMk/>
            <pc:sldMk cId="1346423900" sldId="475"/>
            <ac:spMk id="2" creationId="{95648C1A-9302-4744-8637-3D0075A57977}"/>
          </ac:spMkLst>
        </pc:spChg>
        <pc:spChg chg="mod">
          <ac:chgData name="王 zebra" userId="512e36ef2895e492" providerId="LiveId" clId="{81300B70-A979-4E2B-A889-6EE8BF6D8979}" dt="2023-09-04T02:58:20.530" v="4228" actId="20577"/>
          <ac:spMkLst>
            <pc:docMk/>
            <pc:sldMk cId="1346423900" sldId="475"/>
            <ac:spMk id="10" creationId="{CEE6698B-7351-4A8E-8D18-B6EEA6B8D827}"/>
          </ac:spMkLst>
        </pc:spChg>
        <pc:picChg chg="del">
          <ac:chgData name="王 zebra" userId="512e36ef2895e492" providerId="LiveId" clId="{81300B70-A979-4E2B-A889-6EE8BF6D8979}" dt="2023-09-04T02:51:56.006" v="4226" actId="478"/>
          <ac:picMkLst>
            <pc:docMk/>
            <pc:sldMk cId="1346423900" sldId="475"/>
            <ac:picMk id="5" creationId="{C38BFF25-28C3-4697-BEEE-B26BC64B791C}"/>
          </ac:picMkLst>
        </pc:picChg>
        <pc:picChg chg="del">
          <ac:chgData name="王 zebra" userId="512e36ef2895e492" providerId="LiveId" clId="{81300B70-A979-4E2B-A889-6EE8BF6D8979}" dt="2023-09-04T02:51:55.590" v="4225" actId="478"/>
          <ac:picMkLst>
            <pc:docMk/>
            <pc:sldMk cId="1346423900" sldId="475"/>
            <ac:picMk id="7" creationId="{24A08558-A176-40D3-B92E-F1AE5585AA07}"/>
          </ac:picMkLst>
        </pc:picChg>
      </pc:sldChg>
      <pc:sldChg chg="addSp delSp modSp add mod">
        <pc:chgData name="王 zebra" userId="512e36ef2895e492" providerId="LiveId" clId="{81300B70-A979-4E2B-A889-6EE8BF6D8979}" dt="2023-09-05T01:16:42.021" v="6281" actId="20577"/>
        <pc:sldMkLst>
          <pc:docMk/>
          <pc:sldMk cId="1368735247" sldId="476"/>
        </pc:sldMkLst>
        <pc:spChg chg="mod">
          <ac:chgData name="王 zebra" userId="512e36ef2895e492" providerId="LiveId" clId="{81300B70-A979-4E2B-A889-6EE8BF6D8979}" dt="2023-09-04T07:00:31.462" v="4296" actId="20577"/>
          <ac:spMkLst>
            <pc:docMk/>
            <pc:sldMk cId="1368735247" sldId="476"/>
            <ac:spMk id="2" creationId="{95648C1A-9302-4744-8637-3D0075A57977}"/>
          </ac:spMkLst>
        </pc:spChg>
        <pc:spChg chg="add mod">
          <ac:chgData name="王 zebra" userId="512e36ef2895e492" providerId="LiveId" clId="{81300B70-A979-4E2B-A889-6EE8BF6D8979}" dt="2023-09-05T01:16:42.021" v="6281" actId="20577"/>
          <ac:spMkLst>
            <pc:docMk/>
            <pc:sldMk cId="1368735247" sldId="476"/>
            <ac:spMk id="6" creationId="{580F16B3-FFC6-43E2-936C-048914427A26}"/>
          </ac:spMkLst>
        </pc:spChg>
        <pc:picChg chg="del">
          <ac:chgData name="王 zebra" userId="512e36ef2895e492" providerId="LiveId" clId="{81300B70-A979-4E2B-A889-6EE8BF6D8979}" dt="2023-09-04T07:00:01.286" v="4239" actId="478"/>
          <ac:picMkLst>
            <pc:docMk/>
            <pc:sldMk cId="1368735247" sldId="476"/>
            <ac:picMk id="11" creationId="{29C997DB-6958-4A3A-8FA5-6F9BE110028C}"/>
          </ac:picMkLst>
        </pc:picChg>
      </pc:sldChg>
      <pc:sldChg chg="addSp modSp add mod ord">
        <pc:chgData name="王 zebra" userId="512e36ef2895e492" providerId="LiveId" clId="{81300B70-A979-4E2B-A889-6EE8BF6D8979}" dt="2023-09-05T01:12:25.225" v="6229" actId="1076"/>
        <pc:sldMkLst>
          <pc:docMk/>
          <pc:sldMk cId="2274412930" sldId="477"/>
        </pc:sldMkLst>
        <pc:spChg chg="mod">
          <ac:chgData name="王 zebra" userId="512e36ef2895e492" providerId="LiveId" clId="{81300B70-A979-4E2B-A889-6EE8BF6D8979}" dt="2023-09-04T07:01:48.934" v="4314" actId="20577"/>
          <ac:spMkLst>
            <pc:docMk/>
            <pc:sldMk cId="2274412930" sldId="477"/>
            <ac:spMk id="2" creationId="{95648C1A-9302-4744-8637-3D0075A57977}"/>
          </ac:spMkLst>
        </pc:spChg>
        <pc:spChg chg="add mod">
          <ac:chgData name="王 zebra" userId="512e36ef2895e492" providerId="LiveId" clId="{81300B70-A979-4E2B-A889-6EE8BF6D8979}" dt="2023-09-05T01:12:25.225" v="6229" actId="1076"/>
          <ac:spMkLst>
            <pc:docMk/>
            <pc:sldMk cId="2274412930" sldId="477"/>
            <ac:spMk id="4" creationId="{1BB16FFC-E452-4D8A-A6AC-90D73A2AE599}"/>
          </ac:spMkLst>
        </pc:spChg>
        <pc:spChg chg="add mod">
          <ac:chgData name="王 zebra" userId="512e36ef2895e492" providerId="LiveId" clId="{81300B70-A979-4E2B-A889-6EE8BF6D8979}" dt="2023-09-05T01:12:21.535" v="6228" actId="1076"/>
          <ac:spMkLst>
            <pc:docMk/>
            <pc:sldMk cId="2274412930" sldId="477"/>
            <ac:spMk id="5" creationId="{ACCDC52B-88D9-46EF-9386-39BD219609E6}"/>
          </ac:spMkLst>
        </pc:spChg>
        <pc:picChg chg="add mod">
          <ac:chgData name="王 zebra" userId="512e36ef2895e492" providerId="LiveId" clId="{81300B70-A979-4E2B-A889-6EE8BF6D8979}" dt="2023-09-05T00:42:14.404" v="5449" actId="1076"/>
          <ac:picMkLst>
            <pc:docMk/>
            <pc:sldMk cId="2274412930" sldId="477"/>
            <ac:picMk id="7" creationId="{D2768D49-DB4C-40CA-83ED-269DABEAC067}"/>
          </ac:picMkLst>
        </pc:picChg>
      </pc:sldChg>
      <pc:sldChg chg="addSp delSp modSp add mod ord">
        <pc:chgData name="王 zebra" userId="512e36ef2895e492" providerId="LiveId" clId="{81300B70-A979-4E2B-A889-6EE8BF6D8979}" dt="2023-09-05T01:00:12.386" v="6147"/>
        <pc:sldMkLst>
          <pc:docMk/>
          <pc:sldMk cId="3157787829" sldId="478"/>
        </pc:sldMkLst>
        <pc:spChg chg="mod">
          <ac:chgData name="王 zebra" userId="512e36ef2895e492" providerId="LiveId" clId="{81300B70-A979-4E2B-A889-6EE8BF6D8979}" dt="2023-09-04T07:02:38.327" v="4347" actId="20577"/>
          <ac:spMkLst>
            <pc:docMk/>
            <pc:sldMk cId="3157787829" sldId="478"/>
            <ac:spMk id="2" creationId="{95648C1A-9302-4744-8637-3D0075A57977}"/>
          </ac:spMkLst>
        </pc:spChg>
        <pc:spChg chg="del">
          <ac:chgData name="王 zebra" userId="512e36ef2895e492" providerId="LiveId" clId="{81300B70-A979-4E2B-A889-6EE8BF6D8979}" dt="2023-09-04T07:34:17.230" v="4350" actId="478"/>
          <ac:spMkLst>
            <pc:docMk/>
            <pc:sldMk cId="3157787829" sldId="478"/>
            <ac:spMk id="6" creationId="{580F16B3-FFC6-43E2-936C-048914427A26}"/>
          </ac:spMkLst>
        </pc:spChg>
        <pc:spChg chg="add mod">
          <ac:chgData name="王 zebra" userId="512e36ef2895e492" providerId="LiveId" clId="{81300B70-A979-4E2B-A889-6EE8BF6D8979}" dt="2023-09-04T07:34:56.571" v="4363" actId="14100"/>
          <ac:spMkLst>
            <pc:docMk/>
            <pc:sldMk cId="3157787829" sldId="478"/>
            <ac:spMk id="10" creationId="{AC7EF56E-5581-49F9-9A8A-D1EA4D207891}"/>
          </ac:spMkLst>
        </pc:spChg>
        <pc:spChg chg="add mod">
          <ac:chgData name="王 zebra" userId="512e36ef2895e492" providerId="LiveId" clId="{81300B70-A979-4E2B-A889-6EE8BF6D8979}" dt="2023-09-04T07:35:11.247" v="4368" actId="1076"/>
          <ac:spMkLst>
            <pc:docMk/>
            <pc:sldMk cId="3157787829" sldId="478"/>
            <ac:spMk id="11" creationId="{4C3453D0-DFCC-4189-A7B2-7012E1CD9BD3}"/>
          </ac:spMkLst>
        </pc:spChg>
        <pc:picChg chg="add mod">
          <ac:chgData name="王 zebra" userId="512e36ef2895e492" providerId="LiveId" clId="{81300B70-A979-4E2B-A889-6EE8BF6D8979}" dt="2023-09-04T07:34:20.048" v="4352" actId="1076"/>
          <ac:picMkLst>
            <pc:docMk/>
            <pc:sldMk cId="3157787829" sldId="478"/>
            <ac:picMk id="5" creationId="{99192CE4-4BDF-4DBF-AE76-C0F39FE93FEE}"/>
          </ac:picMkLst>
        </pc:picChg>
        <pc:picChg chg="add del mod">
          <ac:chgData name="王 zebra" userId="512e36ef2895e492" providerId="LiveId" clId="{81300B70-A979-4E2B-A889-6EE8BF6D8979}" dt="2023-09-04T07:34:34.924" v="4356" actId="478"/>
          <ac:picMkLst>
            <pc:docMk/>
            <pc:sldMk cId="3157787829" sldId="478"/>
            <ac:picMk id="8" creationId="{9ED75E88-495C-4BB3-BF78-EA13365A8563}"/>
          </ac:picMkLst>
        </pc:picChg>
      </pc:sldChg>
      <pc:sldChg chg="add del">
        <pc:chgData name="王 zebra" userId="512e36ef2895e492" providerId="LiveId" clId="{81300B70-A979-4E2B-A889-6EE8BF6D8979}" dt="2023-09-04T07:02:07.919" v="4318"/>
        <pc:sldMkLst>
          <pc:docMk/>
          <pc:sldMk cId="4175117550" sldId="478"/>
        </pc:sldMkLst>
      </pc:sldChg>
      <pc:sldChg chg="addSp delSp modSp add mod ord">
        <pc:chgData name="王 zebra" userId="512e36ef2895e492" providerId="LiveId" clId="{81300B70-A979-4E2B-A889-6EE8BF6D8979}" dt="2023-09-04T23:45:58.298" v="4888"/>
        <pc:sldMkLst>
          <pc:docMk/>
          <pc:sldMk cId="948946646" sldId="479"/>
        </pc:sldMkLst>
        <pc:spChg chg="mod">
          <ac:chgData name="王 zebra" userId="512e36ef2895e492" providerId="LiveId" clId="{81300B70-A979-4E2B-A889-6EE8BF6D8979}" dt="2023-09-04T13:35:02.378" v="4387" actId="20577"/>
          <ac:spMkLst>
            <pc:docMk/>
            <pc:sldMk cId="948946646" sldId="479"/>
            <ac:spMk id="2" creationId="{95648C1A-9302-4744-8637-3D0075A57977}"/>
          </ac:spMkLst>
        </pc:spChg>
        <pc:spChg chg="mod">
          <ac:chgData name="王 zebra" userId="512e36ef2895e492" providerId="LiveId" clId="{81300B70-A979-4E2B-A889-6EE8BF6D8979}" dt="2023-09-04T13:35:33.470" v="4472" actId="20577"/>
          <ac:spMkLst>
            <pc:docMk/>
            <pc:sldMk cId="948946646" sldId="479"/>
            <ac:spMk id="5" creationId="{ACCDC52B-88D9-46EF-9386-39BD219609E6}"/>
          </ac:spMkLst>
        </pc:spChg>
        <pc:picChg chg="add del">
          <ac:chgData name="王 zebra" userId="512e36ef2895e492" providerId="LiveId" clId="{81300B70-A979-4E2B-A889-6EE8BF6D8979}" dt="2023-09-04T13:51:38.362" v="4475" actId="21"/>
          <ac:picMkLst>
            <pc:docMk/>
            <pc:sldMk cId="948946646" sldId="479"/>
            <ac:picMk id="6" creationId="{7F4F4C61-BC0E-4A99-81E6-BC47786DC215}"/>
          </ac:picMkLst>
        </pc:picChg>
      </pc:sldChg>
      <pc:sldChg chg="addSp delSp modSp add mod">
        <pc:chgData name="王 zebra" userId="512e36ef2895e492" providerId="LiveId" clId="{81300B70-A979-4E2B-A889-6EE8BF6D8979}" dt="2023-09-04T23:40:33.183" v="4882" actId="1076"/>
        <pc:sldMkLst>
          <pc:docMk/>
          <pc:sldMk cId="2455468180" sldId="480"/>
        </pc:sldMkLst>
        <pc:spChg chg="mod">
          <ac:chgData name="王 zebra" userId="512e36ef2895e492" providerId="LiveId" clId="{81300B70-A979-4E2B-A889-6EE8BF6D8979}" dt="2023-09-04T13:52:22.869" v="4507" actId="20577"/>
          <ac:spMkLst>
            <pc:docMk/>
            <pc:sldMk cId="2455468180" sldId="480"/>
            <ac:spMk id="2" creationId="{95648C1A-9302-4744-8637-3D0075A57977}"/>
          </ac:spMkLst>
        </pc:spChg>
        <pc:spChg chg="del">
          <ac:chgData name="王 zebra" userId="512e36ef2895e492" providerId="LiveId" clId="{81300B70-A979-4E2B-A889-6EE8BF6D8979}" dt="2023-09-04T13:51:44.279" v="4478" actId="478"/>
          <ac:spMkLst>
            <pc:docMk/>
            <pc:sldMk cId="2455468180" sldId="480"/>
            <ac:spMk id="5" creationId="{ACCDC52B-88D9-46EF-9386-39BD219609E6}"/>
          </ac:spMkLst>
        </pc:spChg>
        <pc:picChg chg="add mod">
          <ac:chgData name="王 zebra" userId="512e36ef2895e492" providerId="LiveId" clId="{81300B70-A979-4E2B-A889-6EE8BF6D8979}" dt="2023-09-04T23:40:33.183" v="4882" actId="1076"/>
          <ac:picMkLst>
            <pc:docMk/>
            <pc:sldMk cId="2455468180" sldId="480"/>
            <ac:picMk id="6" creationId="{6A807490-7736-435E-B267-97DB45C6899A}"/>
          </ac:picMkLst>
        </pc:picChg>
        <pc:picChg chg="add mod">
          <ac:chgData name="王 zebra" userId="512e36ef2895e492" providerId="LiveId" clId="{81300B70-A979-4E2B-A889-6EE8BF6D8979}" dt="2023-09-04T13:52:46.589" v="4514" actId="1076"/>
          <ac:picMkLst>
            <pc:docMk/>
            <pc:sldMk cId="2455468180" sldId="480"/>
            <ac:picMk id="7" creationId="{D57C688B-65C4-4BD1-AEC3-F05F85DC87E3}"/>
          </ac:picMkLst>
        </pc:picChg>
      </pc:sldChg>
      <pc:sldChg chg="modSp add mod">
        <pc:chgData name="王 zebra" userId="512e36ef2895e492" providerId="LiveId" clId="{81300B70-A979-4E2B-A889-6EE8BF6D8979}" dt="2023-09-05T00:47:56.483" v="5746" actId="5793"/>
        <pc:sldMkLst>
          <pc:docMk/>
          <pc:sldMk cId="3898389954" sldId="481"/>
        </pc:sldMkLst>
        <pc:spChg chg="mod">
          <ac:chgData name="王 zebra" userId="512e36ef2895e492" providerId="LiveId" clId="{81300B70-A979-4E2B-A889-6EE8BF6D8979}" dt="2023-09-05T00:43:27.134" v="5524"/>
          <ac:spMkLst>
            <pc:docMk/>
            <pc:sldMk cId="3898389954" sldId="481"/>
            <ac:spMk id="2" creationId="{95648C1A-9302-4744-8637-3D0075A57977}"/>
          </ac:spMkLst>
        </pc:spChg>
        <pc:spChg chg="mod">
          <ac:chgData name="王 zebra" userId="512e36ef2895e492" providerId="LiveId" clId="{81300B70-A979-4E2B-A889-6EE8BF6D8979}" dt="2023-09-05T00:47:56.483" v="5746" actId="5793"/>
          <ac:spMkLst>
            <pc:docMk/>
            <pc:sldMk cId="3898389954" sldId="481"/>
            <ac:spMk id="6" creationId="{580F16B3-FFC6-43E2-936C-048914427A26}"/>
          </ac:spMkLst>
        </pc:spChg>
      </pc:sldChg>
      <pc:sldChg chg="modSp add del mod">
        <pc:chgData name="王 zebra" userId="512e36ef2895e492" providerId="LiveId" clId="{81300B70-A979-4E2B-A889-6EE8BF6D8979}" dt="2023-09-05T00:41:36.544" v="5442" actId="47"/>
        <pc:sldMkLst>
          <pc:docMk/>
          <pc:sldMk cId="3968813847" sldId="481"/>
        </pc:sldMkLst>
        <pc:spChg chg="mod">
          <ac:chgData name="王 zebra" userId="512e36ef2895e492" providerId="LiveId" clId="{81300B70-A979-4E2B-A889-6EE8BF6D8979}" dt="2023-09-04T23:46:17.005" v="4912" actId="20577"/>
          <ac:spMkLst>
            <pc:docMk/>
            <pc:sldMk cId="3968813847" sldId="481"/>
            <ac:spMk id="2" creationId="{95648C1A-9302-4744-8637-3D0075A57977}"/>
          </ac:spMkLst>
        </pc:spChg>
        <pc:spChg chg="mod">
          <ac:chgData name="王 zebra" userId="512e36ef2895e492" providerId="LiveId" clId="{81300B70-A979-4E2B-A889-6EE8BF6D8979}" dt="2023-09-05T00:41:03.944" v="5441" actId="20577"/>
          <ac:spMkLst>
            <pc:docMk/>
            <pc:sldMk cId="3968813847" sldId="481"/>
            <ac:spMk id="6" creationId="{580F16B3-FFC6-43E2-936C-048914427A26}"/>
          </ac:spMkLst>
        </pc:spChg>
      </pc:sldChg>
    </pc:docChg>
  </pc:docChgLst>
  <pc:docChgLst>
    <pc:chgData name="Zhongming Wang" userId="512e36ef2895e492" providerId="LiveId" clId="{F3EDF6D6-17A4-48C6-93B1-08BF5E4ADF1A}"/>
    <pc:docChg chg="undo custSel addSld delSld modSld sldOrd">
      <pc:chgData name="Zhongming Wang" userId="512e36ef2895e492" providerId="LiveId" clId="{F3EDF6D6-17A4-48C6-93B1-08BF5E4ADF1A}" dt="2024-03-22T08:28:56.038" v="9144" actId="729"/>
      <pc:docMkLst>
        <pc:docMk/>
      </pc:docMkLst>
      <pc:sldChg chg="addSp delSp modSp mod modAnim">
        <pc:chgData name="Zhongming Wang" userId="512e36ef2895e492" providerId="LiveId" clId="{F3EDF6D6-17A4-48C6-93B1-08BF5E4ADF1A}" dt="2024-03-22T05:10:52.717" v="8748" actId="115"/>
        <pc:sldMkLst>
          <pc:docMk/>
          <pc:sldMk cId="41641697" sldId="264"/>
        </pc:sldMkLst>
        <pc:spChg chg="add mod">
          <ac:chgData name="Zhongming Wang" userId="512e36ef2895e492" providerId="LiveId" clId="{F3EDF6D6-17A4-48C6-93B1-08BF5E4ADF1A}" dt="2024-03-22T01:55:55.937" v="5015" actId="115"/>
          <ac:spMkLst>
            <pc:docMk/>
            <pc:sldMk cId="41641697" sldId="264"/>
            <ac:spMk id="4" creationId="{8D89798C-D3C3-895F-A735-8D6201AACB48}"/>
          </ac:spMkLst>
        </pc:spChg>
        <pc:spChg chg="add mod">
          <ac:chgData name="Zhongming Wang" userId="512e36ef2895e492" providerId="LiveId" clId="{F3EDF6D6-17A4-48C6-93B1-08BF5E4ADF1A}" dt="2024-03-22T01:56:00.009" v="5016" actId="115"/>
          <ac:spMkLst>
            <pc:docMk/>
            <pc:sldMk cId="41641697" sldId="264"/>
            <ac:spMk id="9" creationId="{19AFD200-90E5-D5A1-005C-A6D55328B456}"/>
          </ac:spMkLst>
        </pc:spChg>
        <pc:spChg chg="mod">
          <ac:chgData name="Zhongming Wang" userId="512e36ef2895e492" providerId="LiveId" clId="{F3EDF6D6-17A4-48C6-93B1-08BF5E4ADF1A}" dt="2024-03-22T05:10:52.717" v="8748" actId="115"/>
          <ac:spMkLst>
            <pc:docMk/>
            <pc:sldMk cId="41641697" sldId="264"/>
            <ac:spMk id="14" creationId="{C5894F79-5F33-A47F-8011-EFCF2C381F5F}"/>
          </ac:spMkLst>
        </pc:spChg>
        <pc:cxnChg chg="add del mod">
          <ac:chgData name="Zhongming Wang" userId="512e36ef2895e492" providerId="LiveId" clId="{F3EDF6D6-17A4-48C6-93B1-08BF5E4ADF1A}" dt="2024-03-22T03:34:35.629" v="6743" actId="11529"/>
          <ac:cxnSpMkLst>
            <pc:docMk/>
            <pc:sldMk cId="41641697" sldId="264"/>
            <ac:cxnSpMk id="11" creationId="{18911610-96B1-DA8E-9D37-C9418550A7B8}"/>
          </ac:cxnSpMkLst>
        </pc:cxnChg>
        <pc:cxnChg chg="add del mod">
          <ac:chgData name="Zhongming Wang" userId="512e36ef2895e492" providerId="LiveId" clId="{F3EDF6D6-17A4-48C6-93B1-08BF5E4ADF1A}" dt="2024-03-22T03:34:47.785" v="6745" actId="11529"/>
          <ac:cxnSpMkLst>
            <pc:docMk/>
            <pc:sldMk cId="41641697" sldId="264"/>
            <ac:cxnSpMk id="13" creationId="{9B115699-86E3-55F3-B28C-7049BDF10EB7}"/>
          </ac:cxnSpMkLst>
        </pc:cxnChg>
      </pc:sldChg>
      <pc:sldChg chg="modSp add mod">
        <pc:chgData name="Zhongming Wang" userId="512e36ef2895e492" providerId="LiveId" clId="{F3EDF6D6-17A4-48C6-93B1-08BF5E4ADF1A}" dt="2024-03-22T05:17:34.551" v="8820" actId="2711"/>
        <pc:sldMkLst>
          <pc:docMk/>
          <pc:sldMk cId="3521914053" sldId="306"/>
        </pc:sldMkLst>
        <pc:spChg chg="mod">
          <ac:chgData name="Zhongming Wang" userId="512e36ef2895e492" providerId="LiveId" clId="{F3EDF6D6-17A4-48C6-93B1-08BF5E4ADF1A}" dt="2024-03-22T05:17:34.551" v="8820" actId="2711"/>
          <ac:spMkLst>
            <pc:docMk/>
            <pc:sldMk cId="3521914053" sldId="306"/>
            <ac:spMk id="5" creationId="{90E05149-639A-4C88-83AB-91A7C58EDE79}"/>
          </ac:spMkLst>
        </pc:spChg>
      </pc:sldChg>
      <pc:sldChg chg="addSp delSp modSp mod">
        <pc:chgData name="Zhongming Wang" userId="512e36ef2895e492" providerId="LiveId" clId="{F3EDF6D6-17A4-48C6-93B1-08BF5E4ADF1A}" dt="2024-03-22T05:20:06.022" v="8868" actId="478"/>
        <pc:sldMkLst>
          <pc:docMk/>
          <pc:sldMk cId="2353006314" sldId="422"/>
        </pc:sldMkLst>
        <pc:spChg chg="del">
          <ac:chgData name="Zhongming Wang" userId="512e36ef2895e492" providerId="LiveId" clId="{F3EDF6D6-17A4-48C6-93B1-08BF5E4ADF1A}" dt="2024-03-22T05:20:06.022" v="8868" actId="478"/>
          <ac:spMkLst>
            <pc:docMk/>
            <pc:sldMk cId="2353006314" sldId="422"/>
            <ac:spMk id="21" creationId="{624FF73E-0981-4AFD-9285-82A94A8EB415}"/>
          </ac:spMkLst>
        </pc:spChg>
        <pc:spChg chg="mod">
          <ac:chgData name="Zhongming Wang" userId="512e36ef2895e492" providerId="LiveId" clId="{F3EDF6D6-17A4-48C6-93B1-08BF5E4ADF1A}" dt="2024-03-22T01:47:08.839" v="4778" actId="207"/>
          <ac:spMkLst>
            <pc:docMk/>
            <pc:sldMk cId="2353006314" sldId="422"/>
            <ac:spMk id="24" creationId="{2E6F37BF-6FC2-4F1E-98EF-2B06C1267D1B}"/>
          </ac:spMkLst>
        </pc:spChg>
        <pc:picChg chg="add mod">
          <ac:chgData name="Zhongming Wang" userId="512e36ef2895e492" providerId="LiveId" clId="{F3EDF6D6-17A4-48C6-93B1-08BF5E4ADF1A}" dt="2024-03-21T12:04:43.776" v="2209" actId="1076"/>
          <ac:picMkLst>
            <pc:docMk/>
            <pc:sldMk cId="2353006314" sldId="422"/>
            <ac:picMk id="4" creationId="{02A5E4AA-B53F-D4E6-7DF9-4BCB33CE67A2}"/>
          </ac:picMkLst>
        </pc:picChg>
        <pc:picChg chg="add mod">
          <ac:chgData name="Zhongming Wang" userId="512e36ef2895e492" providerId="LiveId" clId="{F3EDF6D6-17A4-48C6-93B1-08BF5E4ADF1A}" dt="2024-03-21T12:06:40.801" v="2300" actId="1076"/>
          <ac:picMkLst>
            <pc:docMk/>
            <pc:sldMk cId="2353006314" sldId="422"/>
            <ac:picMk id="5" creationId="{8F3821F7-43DD-F46C-9834-65CC2A9A07CD}"/>
          </ac:picMkLst>
        </pc:picChg>
        <pc:picChg chg="add mod">
          <ac:chgData name="Zhongming Wang" userId="512e36ef2895e492" providerId="LiveId" clId="{F3EDF6D6-17A4-48C6-93B1-08BF5E4ADF1A}" dt="2024-03-21T12:06:40.801" v="2300" actId="1076"/>
          <ac:picMkLst>
            <pc:docMk/>
            <pc:sldMk cId="2353006314" sldId="422"/>
            <ac:picMk id="6" creationId="{CCFE88D5-5F7E-B0ED-7E99-124A44FE9E47}"/>
          </ac:picMkLst>
        </pc:picChg>
        <pc:picChg chg="add mod">
          <ac:chgData name="Zhongming Wang" userId="512e36ef2895e492" providerId="LiveId" clId="{F3EDF6D6-17A4-48C6-93B1-08BF5E4ADF1A}" dt="2024-03-21T12:06:40.801" v="2300" actId="1076"/>
          <ac:picMkLst>
            <pc:docMk/>
            <pc:sldMk cId="2353006314" sldId="422"/>
            <ac:picMk id="7" creationId="{BE03236B-4315-9433-206E-C19195A51CD9}"/>
          </ac:picMkLst>
        </pc:picChg>
        <pc:picChg chg="add mod">
          <ac:chgData name="Zhongming Wang" userId="512e36ef2895e492" providerId="LiveId" clId="{F3EDF6D6-17A4-48C6-93B1-08BF5E4ADF1A}" dt="2024-03-21T12:06:40.801" v="2300" actId="1076"/>
          <ac:picMkLst>
            <pc:docMk/>
            <pc:sldMk cId="2353006314" sldId="422"/>
            <ac:picMk id="8" creationId="{06A7FF76-4633-550B-F4A5-738DFE2EF0AB}"/>
          </ac:picMkLst>
        </pc:picChg>
        <pc:picChg chg="add mod">
          <ac:chgData name="Zhongming Wang" userId="512e36ef2895e492" providerId="LiveId" clId="{F3EDF6D6-17A4-48C6-93B1-08BF5E4ADF1A}" dt="2024-03-21T12:05:46.062" v="2227" actId="1076"/>
          <ac:picMkLst>
            <pc:docMk/>
            <pc:sldMk cId="2353006314" sldId="422"/>
            <ac:picMk id="9" creationId="{DEB70B8C-F63A-2021-7181-EC018C5BE4F7}"/>
          </ac:picMkLst>
        </pc:picChg>
        <pc:picChg chg="add mod">
          <ac:chgData name="Zhongming Wang" userId="512e36ef2895e492" providerId="LiveId" clId="{F3EDF6D6-17A4-48C6-93B1-08BF5E4ADF1A}" dt="2024-03-22T01:48:52.405" v="4781" actId="1076"/>
          <ac:picMkLst>
            <pc:docMk/>
            <pc:sldMk cId="2353006314" sldId="422"/>
            <ac:picMk id="10" creationId="{80794594-A999-24A7-FFFD-8D8E0B1D8489}"/>
          </ac:picMkLst>
        </pc:picChg>
        <pc:picChg chg="add mod">
          <ac:chgData name="Zhongming Wang" userId="512e36ef2895e492" providerId="LiveId" clId="{F3EDF6D6-17A4-48C6-93B1-08BF5E4ADF1A}" dt="2024-03-22T01:48:55.452" v="4783" actId="1076"/>
          <ac:picMkLst>
            <pc:docMk/>
            <pc:sldMk cId="2353006314" sldId="422"/>
            <ac:picMk id="11" creationId="{D7CD0B5B-3F19-A268-D6BF-B1414F7E9312}"/>
          </ac:picMkLst>
        </pc:picChg>
        <pc:picChg chg="del">
          <ac:chgData name="Zhongming Wang" userId="512e36ef2895e492" providerId="LiveId" clId="{F3EDF6D6-17A4-48C6-93B1-08BF5E4ADF1A}" dt="2024-03-21T12:05:06.483" v="2216" actId="21"/>
          <ac:picMkLst>
            <pc:docMk/>
            <pc:sldMk cId="2353006314" sldId="422"/>
            <ac:picMk id="47" creationId="{8F3821F7-43DD-F46C-9834-65CC2A9A07CD}"/>
          </ac:picMkLst>
        </pc:picChg>
        <pc:picChg chg="del">
          <ac:chgData name="Zhongming Wang" userId="512e36ef2895e492" providerId="LiveId" clId="{F3EDF6D6-17A4-48C6-93B1-08BF5E4ADF1A}" dt="2024-03-21T12:05:06.483" v="2216" actId="21"/>
          <ac:picMkLst>
            <pc:docMk/>
            <pc:sldMk cId="2353006314" sldId="422"/>
            <ac:picMk id="48" creationId="{CCFE88D5-5F7E-B0ED-7E99-124A44FE9E47}"/>
          </ac:picMkLst>
        </pc:picChg>
        <pc:picChg chg="del">
          <ac:chgData name="Zhongming Wang" userId="512e36ef2895e492" providerId="LiveId" clId="{F3EDF6D6-17A4-48C6-93B1-08BF5E4ADF1A}" dt="2024-03-21T12:05:06.483" v="2216" actId="21"/>
          <ac:picMkLst>
            <pc:docMk/>
            <pc:sldMk cId="2353006314" sldId="422"/>
            <ac:picMk id="49" creationId="{BE03236B-4315-9433-206E-C19195A51CD9}"/>
          </ac:picMkLst>
        </pc:picChg>
        <pc:picChg chg="del">
          <ac:chgData name="Zhongming Wang" userId="512e36ef2895e492" providerId="LiveId" clId="{F3EDF6D6-17A4-48C6-93B1-08BF5E4ADF1A}" dt="2024-03-21T12:05:06.483" v="2216" actId="21"/>
          <ac:picMkLst>
            <pc:docMk/>
            <pc:sldMk cId="2353006314" sldId="422"/>
            <ac:picMk id="1028" creationId="{06A7FF76-4633-550B-F4A5-738DFE2EF0AB}"/>
          </ac:picMkLst>
        </pc:picChg>
      </pc:sldChg>
      <pc:sldChg chg="addSp delSp modSp del mod">
        <pc:chgData name="Zhongming Wang" userId="512e36ef2895e492" providerId="LiveId" clId="{F3EDF6D6-17A4-48C6-93B1-08BF5E4ADF1A}" dt="2024-03-22T05:17:29.011" v="8819" actId="47"/>
        <pc:sldMkLst>
          <pc:docMk/>
          <pc:sldMk cId="2753023899" sldId="498"/>
        </pc:sldMkLst>
        <pc:spChg chg="mod">
          <ac:chgData name="Zhongming Wang" userId="512e36ef2895e492" providerId="LiveId" clId="{F3EDF6D6-17A4-48C6-93B1-08BF5E4ADF1A}" dt="2024-03-21T07:56:40.169" v="236" actId="20577"/>
          <ac:spMkLst>
            <pc:docMk/>
            <pc:sldMk cId="2753023899" sldId="498"/>
            <ac:spMk id="6" creationId="{A557366B-29FF-4A6D-B617-CF6AFCF041ED}"/>
          </ac:spMkLst>
        </pc:spChg>
        <pc:graphicFrameChg chg="add del modGraphic">
          <ac:chgData name="Zhongming Wang" userId="512e36ef2895e492" providerId="LiveId" clId="{F3EDF6D6-17A4-48C6-93B1-08BF5E4ADF1A}" dt="2024-03-22T02:29:07.325" v="5311" actId="27309"/>
          <ac:graphicFrameMkLst>
            <pc:docMk/>
            <pc:sldMk cId="2753023899" sldId="498"/>
            <ac:graphicFrameMk id="5" creationId="{FDF69A4F-C3F1-D1ED-031A-F02D431617F9}"/>
          </ac:graphicFrameMkLst>
        </pc:graphicFrameChg>
      </pc:sldChg>
      <pc:sldChg chg="delSp modSp mod ord delAnim modShow">
        <pc:chgData name="Zhongming Wang" userId="512e36ef2895e492" providerId="LiveId" clId="{F3EDF6D6-17A4-48C6-93B1-08BF5E4ADF1A}" dt="2024-03-22T08:28:38.580" v="9141" actId="729"/>
        <pc:sldMkLst>
          <pc:docMk/>
          <pc:sldMk cId="2938366793" sldId="520"/>
        </pc:sldMkLst>
        <pc:spChg chg="mod">
          <ac:chgData name="Zhongming Wang" userId="512e36ef2895e492" providerId="LiveId" clId="{F3EDF6D6-17A4-48C6-93B1-08BF5E4ADF1A}" dt="2024-03-21T08:51:35.216" v="1323" actId="20577"/>
          <ac:spMkLst>
            <pc:docMk/>
            <pc:sldMk cId="2938366793" sldId="520"/>
            <ac:spMk id="2" creationId="{95648C1A-9302-4744-8637-3D0075A57977}"/>
          </ac:spMkLst>
        </pc:spChg>
        <pc:spChg chg="del">
          <ac:chgData name="Zhongming Wang" userId="512e36ef2895e492" providerId="LiveId" clId="{F3EDF6D6-17A4-48C6-93B1-08BF5E4ADF1A}" dt="2024-03-21T07:52:07.132" v="29" actId="478"/>
          <ac:spMkLst>
            <pc:docMk/>
            <pc:sldMk cId="2938366793" sldId="520"/>
            <ac:spMk id="4" creationId="{62FC9396-6C23-4853-B08D-3B92E8A73B8A}"/>
          </ac:spMkLst>
        </pc:spChg>
        <pc:spChg chg="del">
          <ac:chgData name="Zhongming Wang" userId="512e36ef2895e492" providerId="LiveId" clId="{F3EDF6D6-17A4-48C6-93B1-08BF5E4ADF1A}" dt="2024-03-22T05:20:12.382" v="8870" actId="478"/>
          <ac:spMkLst>
            <pc:docMk/>
            <pc:sldMk cId="2938366793" sldId="520"/>
            <ac:spMk id="7" creationId="{1A6E7D73-DAC5-42EB-B490-07FACA3CD9B8}"/>
          </ac:spMkLst>
        </pc:spChg>
        <pc:spChg chg="mod">
          <ac:chgData name="Zhongming Wang" userId="512e36ef2895e492" providerId="LiveId" clId="{F3EDF6D6-17A4-48C6-93B1-08BF5E4ADF1A}" dt="2024-03-22T05:14:29.880" v="8792" actId="20577"/>
          <ac:spMkLst>
            <pc:docMk/>
            <pc:sldMk cId="2938366793" sldId="520"/>
            <ac:spMk id="23" creationId="{D4654109-3BAD-4B33-A80D-7B179C6EEFC1}"/>
          </ac:spMkLst>
        </pc:spChg>
      </pc:sldChg>
      <pc:sldChg chg="del">
        <pc:chgData name="Zhongming Wang" userId="512e36ef2895e492" providerId="LiveId" clId="{F3EDF6D6-17A4-48C6-93B1-08BF5E4ADF1A}" dt="2024-03-21T07:56:30.382" v="232" actId="47"/>
        <pc:sldMkLst>
          <pc:docMk/>
          <pc:sldMk cId="2208426332" sldId="521"/>
        </pc:sldMkLst>
      </pc:sldChg>
      <pc:sldChg chg="del">
        <pc:chgData name="Zhongming Wang" userId="512e36ef2895e492" providerId="LiveId" clId="{F3EDF6D6-17A4-48C6-93B1-08BF5E4ADF1A}" dt="2024-03-21T07:56:34.647" v="235" actId="47"/>
        <pc:sldMkLst>
          <pc:docMk/>
          <pc:sldMk cId="2730069892" sldId="522"/>
        </pc:sldMkLst>
      </pc:sldChg>
      <pc:sldChg chg="modSp del mod">
        <pc:chgData name="Zhongming Wang" userId="512e36ef2895e492" providerId="LiveId" clId="{F3EDF6D6-17A4-48C6-93B1-08BF5E4ADF1A}" dt="2024-03-22T03:35:34.490" v="6747" actId="47"/>
        <pc:sldMkLst>
          <pc:docMk/>
          <pc:sldMk cId="292809931" sldId="525"/>
        </pc:sldMkLst>
        <pc:spChg chg="mod">
          <ac:chgData name="Zhongming Wang" userId="512e36ef2895e492" providerId="LiveId" clId="{F3EDF6D6-17A4-48C6-93B1-08BF5E4ADF1A}" dt="2024-03-21T09:21:14.725" v="2198" actId="20577"/>
          <ac:spMkLst>
            <pc:docMk/>
            <pc:sldMk cId="292809931" sldId="525"/>
            <ac:spMk id="2" creationId="{9BE10A44-04AE-6AD6-8AEC-47882B9F13FB}"/>
          </ac:spMkLst>
        </pc:spChg>
        <pc:spChg chg="mod">
          <ac:chgData name="Zhongming Wang" userId="512e36ef2895e492" providerId="LiveId" clId="{F3EDF6D6-17A4-48C6-93B1-08BF5E4ADF1A}" dt="2024-03-21T08:06:09.510" v="379" actId="1076"/>
          <ac:spMkLst>
            <pc:docMk/>
            <pc:sldMk cId="292809931" sldId="525"/>
            <ac:spMk id="6" creationId="{7ADB2C1D-9765-43B5-807B-51A0E46D9B90}"/>
          </ac:spMkLst>
        </pc:spChg>
        <pc:spChg chg="mod">
          <ac:chgData name="Zhongming Wang" userId="512e36ef2895e492" providerId="LiveId" clId="{F3EDF6D6-17A4-48C6-93B1-08BF5E4ADF1A}" dt="2024-03-21T08:54:13.382" v="1390" actId="20577"/>
          <ac:spMkLst>
            <pc:docMk/>
            <pc:sldMk cId="292809931" sldId="525"/>
            <ac:spMk id="7" creationId="{ECE31F92-1261-4C1B-AC71-DBDCE9259D2D}"/>
          </ac:spMkLst>
        </pc:spChg>
        <pc:spChg chg="mod">
          <ac:chgData name="Zhongming Wang" userId="512e36ef2895e492" providerId="LiveId" clId="{F3EDF6D6-17A4-48C6-93B1-08BF5E4ADF1A}" dt="2024-03-21T07:56:58.431" v="239" actId="113"/>
          <ac:spMkLst>
            <pc:docMk/>
            <pc:sldMk cId="292809931" sldId="525"/>
            <ac:spMk id="19" creationId="{E18E589C-06A9-47E7-8D55-57A6A92E3897}"/>
          </ac:spMkLst>
        </pc:spChg>
      </pc:sldChg>
      <pc:sldChg chg="del">
        <pc:chgData name="Zhongming Wang" userId="512e36ef2895e492" providerId="LiveId" clId="{F3EDF6D6-17A4-48C6-93B1-08BF5E4ADF1A}" dt="2024-03-21T07:56:34.028" v="234" actId="47"/>
        <pc:sldMkLst>
          <pc:docMk/>
          <pc:sldMk cId="2244150173" sldId="540"/>
        </pc:sldMkLst>
      </pc:sldChg>
      <pc:sldChg chg="addSp delSp modSp mod ord modAnim">
        <pc:chgData name="Zhongming Wang" userId="512e36ef2895e492" providerId="LiveId" clId="{F3EDF6D6-17A4-48C6-93B1-08BF5E4ADF1A}" dt="2024-03-22T05:20:11.039" v="8869" actId="478"/>
        <pc:sldMkLst>
          <pc:docMk/>
          <pc:sldMk cId="2671361292" sldId="543"/>
        </pc:sldMkLst>
        <pc:spChg chg="mod">
          <ac:chgData name="Zhongming Wang" userId="512e36ef2895e492" providerId="LiveId" clId="{F3EDF6D6-17A4-48C6-93B1-08BF5E4ADF1A}" dt="2024-03-22T01:59:33.394" v="5049" actId="20577"/>
          <ac:spMkLst>
            <pc:docMk/>
            <pc:sldMk cId="2671361292" sldId="543"/>
            <ac:spMk id="2" creationId="{95648C1A-9302-4744-8637-3D0075A57977}"/>
          </ac:spMkLst>
        </pc:spChg>
        <pc:spChg chg="add mod">
          <ac:chgData name="Zhongming Wang" userId="512e36ef2895e492" providerId="LiveId" clId="{F3EDF6D6-17A4-48C6-93B1-08BF5E4ADF1A}" dt="2024-03-22T05:13:35.244" v="8778" actId="571"/>
          <ac:spMkLst>
            <pc:docMk/>
            <pc:sldMk cId="2671361292" sldId="543"/>
            <ac:spMk id="4" creationId="{C23F29E1-D01A-8636-E5D2-84537628A629}"/>
          </ac:spMkLst>
        </pc:spChg>
        <pc:spChg chg="mod">
          <ac:chgData name="Zhongming Wang" userId="512e36ef2895e492" providerId="LiveId" clId="{F3EDF6D6-17A4-48C6-93B1-08BF5E4ADF1A}" dt="2024-03-22T05:14:02.823" v="8781" actId="113"/>
          <ac:spMkLst>
            <pc:docMk/>
            <pc:sldMk cId="2671361292" sldId="543"/>
            <ac:spMk id="10" creationId="{116D457E-C1F6-45E1-AC70-AE347E235D33}"/>
          </ac:spMkLst>
        </pc:spChg>
        <pc:spChg chg="del">
          <ac:chgData name="Zhongming Wang" userId="512e36ef2895e492" providerId="LiveId" clId="{F3EDF6D6-17A4-48C6-93B1-08BF5E4ADF1A}" dt="2024-03-22T05:20:11.039" v="8869" actId="478"/>
          <ac:spMkLst>
            <pc:docMk/>
            <pc:sldMk cId="2671361292" sldId="543"/>
            <ac:spMk id="21" creationId="{624FF73E-0981-4AFD-9285-82A94A8EB415}"/>
          </ac:spMkLst>
        </pc:spChg>
        <pc:picChg chg="add del">
          <ac:chgData name="Zhongming Wang" userId="512e36ef2895e492" providerId="LiveId" clId="{F3EDF6D6-17A4-48C6-93B1-08BF5E4ADF1A}" dt="2024-03-22T01:51:50.013" v="4896" actId="21"/>
          <ac:picMkLst>
            <pc:docMk/>
            <pc:sldMk cId="2671361292" sldId="543"/>
            <ac:picMk id="5" creationId="{9C071EE4-12B4-DB76-2BC3-06FB3B8EFDD3}"/>
          </ac:picMkLst>
        </pc:picChg>
      </pc:sldChg>
      <pc:sldChg chg="del">
        <pc:chgData name="Zhongming Wang" userId="512e36ef2895e492" providerId="LiveId" clId="{F3EDF6D6-17A4-48C6-93B1-08BF5E4ADF1A}" dt="2024-03-21T07:56:46.010" v="238" actId="47"/>
        <pc:sldMkLst>
          <pc:docMk/>
          <pc:sldMk cId="743719958" sldId="544"/>
        </pc:sldMkLst>
      </pc:sldChg>
      <pc:sldChg chg="addSp delSp modSp add mod modShow">
        <pc:chgData name="Zhongming Wang" userId="512e36ef2895e492" providerId="LiveId" clId="{F3EDF6D6-17A4-48C6-93B1-08BF5E4ADF1A}" dt="2024-03-22T08:28:56.038" v="9144" actId="729"/>
        <pc:sldMkLst>
          <pc:docMk/>
          <pc:sldMk cId="1886266085" sldId="545"/>
        </pc:sldMkLst>
        <pc:spChg chg="mod">
          <ac:chgData name="Zhongming Wang" userId="512e36ef2895e492" providerId="LiveId" clId="{F3EDF6D6-17A4-48C6-93B1-08BF5E4ADF1A}" dt="2024-03-22T05:21:45.961" v="8929" actId="20577"/>
          <ac:spMkLst>
            <pc:docMk/>
            <pc:sldMk cId="1886266085" sldId="545"/>
            <ac:spMk id="2" creationId="{95648C1A-9302-4744-8637-3D0075A57977}"/>
          </ac:spMkLst>
        </pc:spChg>
        <pc:spChg chg="add del mod">
          <ac:chgData name="Zhongming Wang" userId="512e36ef2895e492" providerId="LiveId" clId="{F3EDF6D6-17A4-48C6-93B1-08BF5E4ADF1A}" dt="2024-03-22T05:21:28.896" v="8912" actId="478"/>
          <ac:spMkLst>
            <pc:docMk/>
            <pc:sldMk cId="1886266085" sldId="545"/>
            <ac:spMk id="6" creationId="{2E8E3264-8D3C-8450-CF27-BD52AC0C1362}"/>
          </ac:spMkLst>
        </pc:spChg>
        <pc:spChg chg="del">
          <ac:chgData name="Zhongming Wang" userId="512e36ef2895e492" providerId="LiveId" clId="{F3EDF6D6-17A4-48C6-93B1-08BF5E4ADF1A}" dt="2024-03-22T05:09:44.687" v="8724" actId="478"/>
          <ac:spMkLst>
            <pc:docMk/>
            <pc:sldMk cId="1886266085" sldId="545"/>
            <ac:spMk id="7" creationId="{1A6E7D73-DAC5-42EB-B490-07FACA3CD9B8}"/>
          </ac:spMkLst>
        </pc:spChg>
        <pc:spChg chg="mod">
          <ac:chgData name="Zhongming Wang" userId="512e36ef2895e492" providerId="LiveId" clId="{F3EDF6D6-17A4-48C6-93B1-08BF5E4ADF1A}" dt="2024-03-22T05:09:28.389" v="8711" actId="5793"/>
          <ac:spMkLst>
            <pc:docMk/>
            <pc:sldMk cId="1886266085" sldId="545"/>
            <ac:spMk id="23" creationId="{D4654109-3BAD-4B33-A80D-7B179C6EEFC1}"/>
          </ac:spMkLst>
        </pc:spChg>
        <pc:picChg chg="add mod">
          <ac:chgData name="Zhongming Wang" userId="512e36ef2895e492" providerId="LiveId" clId="{F3EDF6D6-17A4-48C6-93B1-08BF5E4ADF1A}" dt="2024-03-22T03:32:59.360" v="6698" actId="1076"/>
          <ac:picMkLst>
            <pc:docMk/>
            <pc:sldMk cId="1886266085" sldId="545"/>
            <ac:picMk id="5" creationId="{EB3D7762-50FF-3595-4EC3-CA454645B63A}"/>
          </ac:picMkLst>
        </pc:picChg>
      </pc:sldChg>
      <pc:sldChg chg="modSp add mod">
        <pc:chgData name="Zhongming Wang" userId="512e36ef2895e492" providerId="LiveId" clId="{F3EDF6D6-17A4-48C6-93B1-08BF5E4ADF1A}" dt="2024-03-22T05:10:09.387" v="8745" actId="207"/>
        <pc:sldMkLst>
          <pc:docMk/>
          <pc:sldMk cId="1124955945" sldId="546"/>
        </pc:sldMkLst>
        <pc:spChg chg="mod">
          <ac:chgData name="Zhongming Wang" userId="512e36ef2895e492" providerId="LiveId" clId="{F3EDF6D6-17A4-48C6-93B1-08BF5E4ADF1A}" dt="2024-03-21T09:21:27.401" v="2203" actId="207"/>
          <ac:spMkLst>
            <pc:docMk/>
            <pc:sldMk cId="1124955945" sldId="546"/>
            <ac:spMk id="2" creationId="{9BE10A44-04AE-6AD6-8AEC-47882B9F13FB}"/>
          </ac:spMkLst>
        </pc:spChg>
        <pc:spChg chg="mod">
          <ac:chgData name="Zhongming Wang" userId="512e36ef2895e492" providerId="LiveId" clId="{F3EDF6D6-17A4-48C6-93B1-08BF5E4ADF1A}" dt="2024-03-21T08:53:14.899" v="1350" actId="207"/>
          <ac:spMkLst>
            <pc:docMk/>
            <pc:sldMk cId="1124955945" sldId="546"/>
            <ac:spMk id="6" creationId="{7ADB2C1D-9765-43B5-807B-51A0E46D9B90}"/>
          </ac:spMkLst>
        </pc:spChg>
        <pc:spChg chg="mod">
          <ac:chgData name="Zhongming Wang" userId="512e36ef2895e492" providerId="LiveId" clId="{F3EDF6D6-17A4-48C6-93B1-08BF5E4ADF1A}" dt="2024-03-22T05:10:09.387" v="8745" actId="207"/>
          <ac:spMkLst>
            <pc:docMk/>
            <pc:sldMk cId="1124955945" sldId="546"/>
            <ac:spMk id="7" creationId="{ECE31F92-1261-4C1B-AC71-DBDCE9259D2D}"/>
          </ac:spMkLst>
        </pc:spChg>
      </pc:sldChg>
      <pc:sldChg chg="add del">
        <pc:chgData name="Zhongming Wang" userId="512e36ef2895e492" providerId="LiveId" clId="{F3EDF6D6-17A4-48C6-93B1-08BF5E4ADF1A}" dt="2024-03-21T07:57:02.408" v="240" actId="47"/>
        <pc:sldMkLst>
          <pc:docMk/>
          <pc:sldMk cId="4276484770" sldId="546"/>
        </pc:sldMkLst>
      </pc:sldChg>
      <pc:sldChg chg="modSp add mod ord">
        <pc:chgData name="Zhongming Wang" userId="512e36ef2895e492" providerId="LiveId" clId="{F3EDF6D6-17A4-48C6-93B1-08BF5E4ADF1A}" dt="2024-03-22T05:09:58.944" v="8743"/>
        <pc:sldMkLst>
          <pc:docMk/>
          <pc:sldMk cId="1608562594" sldId="547"/>
        </pc:sldMkLst>
        <pc:spChg chg="mod">
          <ac:chgData name="Zhongming Wang" userId="512e36ef2895e492" providerId="LiveId" clId="{F3EDF6D6-17A4-48C6-93B1-08BF5E4ADF1A}" dt="2024-03-21T09:21:19.667" v="2199"/>
          <ac:spMkLst>
            <pc:docMk/>
            <pc:sldMk cId="1608562594" sldId="547"/>
            <ac:spMk id="2" creationId="{9BE10A44-04AE-6AD6-8AEC-47882B9F13FB}"/>
          </ac:spMkLst>
        </pc:spChg>
        <pc:spChg chg="mod">
          <ac:chgData name="Zhongming Wang" userId="512e36ef2895e492" providerId="LiveId" clId="{F3EDF6D6-17A4-48C6-93B1-08BF5E4ADF1A}" dt="2024-03-21T08:53:27.386" v="1353" actId="207"/>
          <ac:spMkLst>
            <pc:docMk/>
            <pc:sldMk cId="1608562594" sldId="547"/>
            <ac:spMk id="6" creationId="{7ADB2C1D-9765-43B5-807B-51A0E46D9B90}"/>
          </ac:spMkLst>
        </pc:spChg>
        <pc:spChg chg="mod">
          <ac:chgData name="Zhongming Wang" userId="512e36ef2895e492" providerId="LiveId" clId="{F3EDF6D6-17A4-48C6-93B1-08BF5E4ADF1A}" dt="2024-03-22T05:09:58.944" v="8743"/>
          <ac:spMkLst>
            <pc:docMk/>
            <pc:sldMk cId="1608562594" sldId="547"/>
            <ac:spMk id="7" creationId="{ECE31F92-1261-4C1B-AC71-DBDCE9259D2D}"/>
          </ac:spMkLst>
        </pc:spChg>
      </pc:sldChg>
      <pc:sldChg chg="addSp delSp modSp add mod modShow">
        <pc:chgData name="Zhongming Wang" userId="512e36ef2895e492" providerId="LiveId" clId="{F3EDF6D6-17A4-48C6-93B1-08BF5E4ADF1A}" dt="2024-03-22T08:28:56.038" v="9144" actId="729"/>
        <pc:sldMkLst>
          <pc:docMk/>
          <pc:sldMk cId="1255236592" sldId="548"/>
        </pc:sldMkLst>
        <pc:spChg chg="mod">
          <ac:chgData name="Zhongming Wang" userId="512e36ef2895e492" providerId="LiveId" clId="{F3EDF6D6-17A4-48C6-93B1-08BF5E4ADF1A}" dt="2024-03-22T03:22:34.736" v="6593" actId="20577"/>
          <ac:spMkLst>
            <pc:docMk/>
            <pc:sldMk cId="1255236592" sldId="548"/>
            <ac:spMk id="2" creationId="{95648C1A-9302-4744-8637-3D0075A57977}"/>
          </ac:spMkLst>
        </pc:spChg>
        <pc:spChg chg="add">
          <ac:chgData name="Zhongming Wang" userId="512e36ef2895e492" providerId="LiveId" clId="{F3EDF6D6-17A4-48C6-93B1-08BF5E4ADF1A}" dt="2024-03-22T03:22:09.840" v="6571"/>
          <ac:spMkLst>
            <pc:docMk/>
            <pc:sldMk cId="1255236592" sldId="548"/>
            <ac:spMk id="4" creationId="{598BDC0B-25D5-DCC7-27F3-B897EA14DF61}"/>
          </ac:spMkLst>
        </pc:spChg>
        <pc:spChg chg="del mod">
          <ac:chgData name="Zhongming Wang" userId="512e36ef2895e492" providerId="LiveId" clId="{F3EDF6D6-17A4-48C6-93B1-08BF5E4ADF1A}" dt="2024-03-22T05:21:26.238" v="8911" actId="478"/>
          <ac:spMkLst>
            <pc:docMk/>
            <pc:sldMk cId="1255236592" sldId="548"/>
            <ac:spMk id="7" creationId="{1A6E7D73-DAC5-42EB-B490-07FACA3CD9B8}"/>
          </ac:spMkLst>
        </pc:spChg>
        <pc:spChg chg="mod">
          <ac:chgData name="Zhongming Wang" userId="512e36ef2895e492" providerId="LiveId" clId="{F3EDF6D6-17A4-48C6-93B1-08BF5E4ADF1A}" dt="2024-03-22T05:21:22.361" v="8910" actId="20577"/>
          <ac:spMkLst>
            <pc:docMk/>
            <pc:sldMk cId="1255236592" sldId="548"/>
            <ac:spMk id="23" creationId="{D4654109-3BAD-4B33-A80D-7B179C6EEFC1}"/>
          </ac:spMkLst>
        </pc:spChg>
        <pc:picChg chg="add mod">
          <ac:chgData name="Zhongming Wang" userId="512e36ef2895e492" providerId="LiveId" clId="{F3EDF6D6-17A4-48C6-93B1-08BF5E4ADF1A}" dt="2024-03-22T03:23:10.954" v="6596" actId="1076"/>
          <ac:picMkLst>
            <pc:docMk/>
            <pc:sldMk cId="1255236592" sldId="548"/>
            <ac:picMk id="6" creationId="{80A0D7F4-CDC4-E963-4B80-5566708F70F4}"/>
          </ac:picMkLst>
        </pc:picChg>
      </pc:sldChg>
      <pc:sldChg chg="addSp delSp modSp add mod modShow">
        <pc:chgData name="Zhongming Wang" userId="512e36ef2895e492" providerId="LiveId" clId="{F3EDF6D6-17A4-48C6-93B1-08BF5E4ADF1A}" dt="2024-03-22T08:28:45.574" v="9142" actId="729"/>
        <pc:sldMkLst>
          <pc:docMk/>
          <pc:sldMk cId="1386229304" sldId="549"/>
        </pc:sldMkLst>
        <pc:spChg chg="mod">
          <ac:chgData name="Zhongming Wang" userId="512e36ef2895e492" providerId="LiveId" clId="{F3EDF6D6-17A4-48C6-93B1-08BF5E4ADF1A}" dt="2024-03-22T02:01:29.076" v="5215" actId="20577"/>
          <ac:spMkLst>
            <pc:docMk/>
            <pc:sldMk cId="1386229304" sldId="549"/>
            <ac:spMk id="2" creationId="{95648C1A-9302-4744-8637-3D0075A57977}"/>
          </ac:spMkLst>
        </pc:spChg>
        <pc:spChg chg="mod">
          <ac:chgData name="Zhongming Wang" userId="512e36ef2895e492" providerId="LiveId" clId="{F3EDF6D6-17A4-48C6-93B1-08BF5E4ADF1A}" dt="2024-03-21T14:46:50.609" v="3016"/>
          <ac:spMkLst>
            <pc:docMk/>
            <pc:sldMk cId="1386229304" sldId="549"/>
            <ac:spMk id="7" creationId="{1A6E7D73-DAC5-42EB-B490-07FACA3CD9B8}"/>
          </ac:spMkLst>
        </pc:spChg>
        <pc:spChg chg="mod">
          <ac:chgData name="Zhongming Wang" userId="512e36ef2895e492" providerId="LiveId" clId="{F3EDF6D6-17A4-48C6-93B1-08BF5E4ADF1A}" dt="2024-03-22T06:44:30.991" v="9140" actId="20577"/>
          <ac:spMkLst>
            <pc:docMk/>
            <pc:sldMk cId="1386229304" sldId="549"/>
            <ac:spMk id="23" creationId="{D4654109-3BAD-4B33-A80D-7B179C6EEFC1}"/>
          </ac:spMkLst>
        </pc:spChg>
        <pc:picChg chg="add del mod">
          <ac:chgData name="Zhongming Wang" userId="512e36ef2895e492" providerId="LiveId" clId="{F3EDF6D6-17A4-48C6-93B1-08BF5E4ADF1A}" dt="2024-03-22T01:43:21.762" v="4706" actId="478"/>
          <ac:picMkLst>
            <pc:docMk/>
            <pc:sldMk cId="1386229304" sldId="549"/>
            <ac:picMk id="5" creationId="{9A702E31-A19E-30BC-B979-05235055E5E1}"/>
          </ac:picMkLst>
        </pc:picChg>
        <pc:picChg chg="add mod">
          <ac:chgData name="Zhongming Wang" userId="512e36ef2895e492" providerId="LiveId" clId="{F3EDF6D6-17A4-48C6-93B1-08BF5E4ADF1A}" dt="2024-03-22T01:43:29.705" v="4710" actId="1076"/>
          <ac:picMkLst>
            <pc:docMk/>
            <pc:sldMk cId="1386229304" sldId="549"/>
            <ac:picMk id="6" creationId="{DB49AE01-97BB-5BB6-81E3-A23F478FA289}"/>
          </ac:picMkLst>
        </pc:picChg>
      </pc:sldChg>
      <pc:sldChg chg="add del">
        <pc:chgData name="Zhongming Wang" userId="512e36ef2895e492" providerId="LiveId" clId="{F3EDF6D6-17A4-48C6-93B1-08BF5E4ADF1A}" dt="2024-03-21T08:06:48.873" v="380" actId="47"/>
        <pc:sldMkLst>
          <pc:docMk/>
          <pc:sldMk cId="3485892648" sldId="549"/>
        </pc:sldMkLst>
      </pc:sldChg>
      <pc:sldChg chg="addSp modSp add mod">
        <pc:chgData name="Zhongming Wang" userId="512e36ef2895e492" providerId="LiveId" clId="{F3EDF6D6-17A4-48C6-93B1-08BF5E4ADF1A}" dt="2024-03-22T02:07:40.011" v="5308" actId="113"/>
        <pc:sldMkLst>
          <pc:docMk/>
          <pc:sldMk cId="2314927879" sldId="550"/>
        </pc:sldMkLst>
        <pc:spChg chg="mod">
          <ac:chgData name="Zhongming Wang" userId="512e36ef2895e492" providerId="LiveId" clId="{F3EDF6D6-17A4-48C6-93B1-08BF5E4ADF1A}" dt="2024-03-22T01:52:24.484" v="4918" actId="20577"/>
          <ac:spMkLst>
            <pc:docMk/>
            <pc:sldMk cId="2314927879" sldId="550"/>
            <ac:spMk id="2" creationId="{95648C1A-9302-4744-8637-3D0075A57977}"/>
          </ac:spMkLst>
        </pc:spChg>
        <pc:spChg chg="mod">
          <ac:chgData name="Zhongming Wang" userId="512e36ef2895e492" providerId="LiveId" clId="{F3EDF6D6-17A4-48C6-93B1-08BF5E4ADF1A}" dt="2024-03-22T02:07:40.011" v="5308" actId="113"/>
          <ac:spMkLst>
            <pc:docMk/>
            <pc:sldMk cId="2314927879" sldId="550"/>
            <ac:spMk id="10" creationId="{116D457E-C1F6-45E1-AC70-AE347E235D33}"/>
          </ac:spMkLst>
        </pc:spChg>
        <pc:spChg chg="mod">
          <ac:chgData name="Zhongming Wang" userId="512e36ef2895e492" providerId="LiveId" clId="{F3EDF6D6-17A4-48C6-93B1-08BF5E4ADF1A}" dt="2024-03-22T01:58:17.226" v="5032" actId="20577"/>
          <ac:spMkLst>
            <pc:docMk/>
            <pc:sldMk cId="2314927879" sldId="550"/>
            <ac:spMk id="21" creationId="{624FF73E-0981-4AFD-9285-82A94A8EB415}"/>
          </ac:spMkLst>
        </pc:spChg>
        <pc:picChg chg="add mod">
          <ac:chgData name="Zhongming Wang" userId="512e36ef2895e492" providerId="LiveId" clId="{F3EDF6D6-17A4-48C6-93B1-08BF5E4ADF1A}" dt="2024-03-22T01:35:24.078" v="4301" actId="1076"/>
          <ac:picMkLst>
            <pc:docMk/>
            <pc:sldMk cId="2314927879" sldId="550"/>
            <ac:picMk id="5" creationId="{C3FDC2D1-2368-DAC1-D4B1-B5715C977853}"/>
          </ac:picMkLst>
        </pc:picChg>
      </pc:sldChg>
      <pc:sldChg chg="modSp add mod modShow">
        <pc:chgData name="Zhongming Wang" userId="512e36ef2895e492" providerId="LiveId" clId="{F3EDF6D6-17A4-48C6-93B1-08BF5E4ADF1A}" dt="2024-03-22T08:28:45.574" v="9142" actId="729"/>
        <pc:sldMkLst>
          <pc:docMk/>
          <pc:sldMk cId="4198475220" sldId="551"/>
        </pc:sldMkLst>
        <pc:spChg chg="mod">
          <ac:chgData name="Zhongming Wang" userId="512e36ef2895e492" providerId="LiveId" clId="{F3EDF6D6-17A4-48C6-93B1-08BF5E4ADF1A}" dt="2024-03-21T08:12:36.802" v="524" actId="20577"/>
          <ac:spMkLst>
            <pc:docMk/>
            <pc:sldMk cId="4198475220" sldId="551"/>
            <ac:spMk id="2" creationId="{95648C1A-9302-4744-8637-3D0075A57977}"/>
          </ac:spMkLst>
        </pc:spChg>
        <pc:spChg chg="mod">
          <ac:chgData name="Zhongming Wang" userId="512e36ef2895e492" providerId="LiveId" clId="{F3EDF6D6-17A4-48C6-93B1-08BF5E4ADF1A}" dt="2024-03-21T08:13:19.876" v="584" actId="14100"/>
          <ac:spMkLst>
            <pc:docMk/>
            <pc:sldMk cId="4198475220" sldId="551"/>
            <ac:spMk id="7" creationId="{1A6E7D73-DAC5-42EB-B490-07FACA3CD9B8}"/>
          </ac:spMkLst>
        </pc:spChg>
        <pc:spChg chg="mod">
          <ac:chgData name="Zhongming Wang" userId="512e36ef2895e492" providerId="LiveId" clId="{F3EDF6D6-17A4-48C6-93B1-08BF5E4ADF1A}" dt="2024-03-22T02:03:50.834" v="5237" actId="113"/>
          <ac:spMkLst>
            <pc:docMk/>
            <pc:sldMk cId="4198475220" sldId="551"/>
            <ac:spMk id="23" creationId="{D4654109-3BAD-4B33-A80D-7B179C6EEFC1}"/>
          </ac:spMkLst>
        </pc:spChg>
      </pc:sldChg>
      <pc:sldChg chg="addSp delSp modSp add mod ord modShow">
        <pc:chgData name="Zhongming Wang" userId="512e36ef2895e492" providerId="LiveId" clId="{F3EDF6D6-17A4-48C6-93B1-08BF5E4ADF1A}" dt="2024-03-22T08:28:56.038" v="9144" actId="729"/>
        <pc:sldMkLst>
          <pc:docMk/>
          <pc:sldMk cId="1467383563" sldId="552"/>
        </pc:sldMkLst>
        <pc:spChg chg="mod">
          <ac:chgData name="Zhongming Wang" userId="512e36ef2895e492" providerId="LiveId" clId="{F3EDF6D6-17A4-48C6-93B1-08BF5E4ADF1A}" dt="2024-03-21T09:00:08.612" v="1654" actId="20577"/>
          <ac:spMkLst>
            <pc:docMk/>
            <pc:sldMk cId="1467383563" sldId="552"/>
            <ac:spMk id="2" creationId="{95648C1A-9302-4744-8637-3D0075A57977}"/>
          </ac:spMkLst>
        </pc:spChg>
        <pc:spChg chg="add mod">
          <ac:chgData name="Zhongming Wang" userId="512e36ef2895e492" providerId="LiveId" clId="{F3EDF6D6-17A4-48C6-93B1-08BF5E4ADF1A}" dt="2024-03-22T05:18:15.911" v="8854" actId="20577"/>
          <ac:spMkLst>
            <pc:docMk/>
            <pc:sldMk cId="1467383563" sldId="552"/>
            <ac:spMk id="4" creationId="{73D422ED-BF84-E244-DAEF-5A810E90C842}"/>
          </ac:spMkLst>
        </pc:spChg>
        <pc:spChg chg="del">
          <ac:chgData name="Zhongming Wang" userId="512e36ef2895e492" providerId="LiveId" clId="{F3EDF6D6-17A4-48C6-93B1-08BF5E4ADF1A}" dt="2024-03-21T09:04:29.413" v="2076" actId="478"/>
          <ac:spMkLst>
            <pc:docMk/>
            <pc:sldMk cId="1467383563" sldId="552"/>
            <ac:spMk id="7" creationId="{1A6E7D73-DAC5-42EB-B490-07FACA3CD9B8}"/>
          </ac:spMkLst>
        </pc:spChg>
        <pc:spChg chg="del mod">
          <ac:chgData name="Zhongming Wang" userId="512e36ef2895e492" providerId="LiveId" clId="{F3EDF6D6-17A4-48C6-93B1-08BF5E4ADF1A}" dt="2024-03-21T08:59:45.431" v="1629" actId="478"/>
          <ac:spMkLst>
            <pc:docMk/>
            <pc:sldMk cId="1467383563" sldId="552"/>
            <ac:spMk id="23" creationId="{D4654109-3BAD-4B33-A80D-7B179C6EEFC1}"/>
          </ac:spMkLst>
        </pc:spChg>
      </pc:sldChg>
      <pc:sldChg chg="modSp add del mod ord">
        <pc:chgData name="Zhongming Wang" userId="512e36ef2895e492" providerId="LiveId" clId="{F3EDF6D6-17A4-48C6-93B1-08BF5E4ADF1A}" dt="2024-03-22T06:06:29.405" v="9131" actId="47"/>
        <pc:sldMkLst>
          <pc:docMk/>
          <pc:sldMk cId="687503511" sldId="553"/>
        </pc:sldMkLst>
        <pc:spChg chg="mod">
          <ac:chgData name="Zhongming Wang" userId="512e36ef2895e492" providerId="LiveId" clId="{F3EDF6D6-17A4-48C6-93B1-08BF5E4ADF1A}" dt="2024-03-22T01:34:22.204" v="4299" actId="20577"/>
          <ac:spMkLst>
            <pc:docMk/>
            <pc:sldMk cId="687503511" sldId="553"/>
            <ac:spMk id="2" creationId="{95648C1A-9302-4744-8637-3D0075A57977}"/>
          </ac:spMkLst>
        </pc:spChg>
        <pc:spChg chg="mod">
          <ac:chgData name="Zhongming Wang" userId="512e36ef2895e492" providerId="LiveId" clId="{F3EDF6D6-17A4-48C6-93B1-08BF5E4ADF1A}" dt="2024-03-22T01:34:11.683" v="4271" actId="20577"/>
          <ac:spMkLst>
            <pc:docMk/>
            <pc:sldMk cId="687503511" sldId="553"/>
            <ac:spMk id="7" creationId="{1A6E7D73-DAC5-42EB-B490-07FACA3CD9B8}"/>
          </ac:spMkLst>
        </pc:spChg>
        <pc:spChg chg="mod">
          <ac:chgData name="Zhongming Wang" userId="512e36ef2895e492" providerId="LiveId" clId="{F3EDF6D6-17A4-48C6-93B1-08BF5E4ADF1A}" dt="2024-03-22T01:40:34.742" v="4469" actId="403"/>
          <ac:spMkLst>
            <pc:docMk/>
            <pc:sldMk cId="687503511" sldId="553"/>
            <ac:spMk id="23" creationId="{D4654109-3BAD-4B33-A80D-7B179C6EEFC1}"/>
          </ac:spMkLst>
        </pc:spChg>
      </pc:sldChg>
      <pc:sldChg chg="addSp delSp modSp add mod modShow">
        <pc:chgData name="Zhongming Wang" userId="512e36ef2895e492" providerId="LiveId" clId="{F3EDF6D6-17A4-48C6-93B1-08BF5E4ADF1A}" dt="2024-03-22T08:28:45.574" v="9142" actId="729"/>
        <pc:sldMkLst>
          <pc:docMk/>
          <pc:sldMk cId="889301709" sldId="554"/>
        </pc:sldMkLst>
        <pc:spChg chg="mod">
          <ac:chgData name="Zhongming Wang" userId="512e36ef2895e492" providerId="LiveId" clId="{F3EDF6D6-17A4-48C6-93B1-08BF5E4ADF1A}" dt="2024-03-21T14:24:04.463" v="2443" actId="20577"/>
          <ac:spMkLst>
            <pc:docMk/>
            <pc:sldMk cId="889301709" sldId="554"/>
            <ac:spMk id="2" creationId="{95648C1A-9302-4744-8637-3D0075A57977}"/>
          </ac:spMkLst>
        </pc:spChg>
        <pc:spChg chg="mod">
          <ac:chgData name="Zhongming Wang" userId="512e36ef2895e492" providerId="LiveId" clId="{F3EDF6D6-17A4-48C6-93B1-08BF5E4ADF1A}" dt="2024-03-21T14:46:48.282" v="3015"/>
          <ac:spMkLst>
            <pc:docMk/>
            <pc:sldMk cId="889301709" sldId="554"/>
            <ac:spMk id="7" creationId="{1A6E7D73-DAC5-42EB-B490-07FACA3CD9B8}"/>
          </ac:spMkLst>
        </pc:spChg>
        <pc:spChg chg="del">
          <ac:chgData name="Zhongming Wang" userId="512e36ef2895e492" providerId="LiveId" clId="{F3EDF6D6-17A4-48C6-93B1-08BF5E4ADF1A}" dt="2024-03-21T14:29:56.887" v="2446" actId="478"/>
          <ac:spMkLst>
            <pc:docMk/>
            <pc:sldMk cId="889301709" sldId="554"/>
            <ac:spMk id="23" creationId="{D4654109-3BAD-4B33-A80D-7B179C6EEFC1}"/>
          </ac:spMkLst>
        </pc:spChg>
        <pc:picChg chg="add mod">
          <ac:chgData name="Zhongming Wang" userId="512e36ef2895e492" providerId="LiveId" clId="{F3EDF6D6-17A4-48C6-93B1-08BF5E4ADF1A}" dt="2024-03-22T06:42:43.377" v="9132" actId="1076"/>
          <ac:picMkLst>
            <pc:docMk/>
            <pc:sldMk cId="889301709" sldId="554"/>
            <ac:picMk id="5" creationId="{411A4C8B-1A36-CA5B-330E-79AEF9E88DA4}"/>
          </ac:picMkLst>
        </pc:picChg>
      </pc:sldChg>
      <pc:sldChg chg="addSp delSp modSp add mod modAnim">
        <pc:chgData name="Zhongming Wang" userId="512e36ef2895e492" providerId="LiveId" clId="{F3EDF6D6-17A4-48C6-93B1-08BF5E4ADF1A}" dt="2024-03-22T01:58:27.103" v="5039" actId="14100"/>
        <pc:sldMkLst>
          <pc:docMk/>
          <pc:sldMk cId="3797276911" sldId="555"/>
        </pc:sldMkLst>
        <pc:spChg chg="mod">
          <ac:chgData name="Zhongming Wang" userId="512e36ef2895e492" providerId="LiveId" clId="{F3EDF6D6-17A4-48C6-93B1-08BF5E4ADF1A}" dt="2024-03-21T12:10:28.133" v="2376" actId="20577"/>
          <ac:spMkLst>
            <pc:docMk/>
            <pc:sldMk cId="3797276911" sldId="555"/>
            <ac:spMk id="2" creationId="{95648C1A-9302-4744-8637-3D0075A57977}"/>
          </ac:spMkLst>
        </pc:spChg>
        <pc:spChg chg="add mod">
          <ac:chgData name="Zhongming Wang" userId="512e36ef2895e492" providerId="LiveId" clId="{F3EDF6D6-17A4-48C6-93B1-08BF5E4ADF1A}" dt="2024-03-22T01:57:15.812" v="5022" actId="1076"/>
          <ac:spMkLst>
            <pc:docMk/>
            <pc:sldMk cId="3797276911" sldId="555"/>
            <ac:spMk id="15" creationId="{DFF96A6A-2578-93C4-1BDD-3A03BC7636D6}"/>
          </ac:spMkLst>
        </pc:spChg>
        <pc:spChg chg="mod">
          <ac:chgData name="Zhongming Wang" userId="512e36ef2895e492" providerId="LiveId" clId="{F3EDF6D6-17A4-48C6-93B1-08BF5E4ADF1A}" dt="2024-03-22T01:58:27.103" v="5039" actId="14100"/>
          <ac:spMkLst>
            <pc:docMk/>
            <pc:sldMk cId="3797276911" sldId="555"/>
            <ac:spMk id="21" creationId="{624FF73E-0981-4AFD-9285-82A94A8EB415}"/>
          </ac:spMkLst>
        </pc:spChg>
        <pc:spChg chg="del">
          <ac:chgData name="Zhongming Wang" userId="512e36ef2895e492" providerId="LiveId" clId="{F3EDF6D6-17A4-48C6-93B1-08BF5E4ADF1A}" dt="2024-03-21T12:09:27.781" v="2351" actId="478"/>
          <ac:spMkLst>
            <pc:docMk/>
            <pc:sldMk cId="3797276911" sldId="555"/>
            <ac:spMk id="24" creationId="{2E6F37BF-6FC2-4F1E-98EF-2B06C1267D1B}"/>
          </ac:spMkLst>
        </pc:spChg>
        <pc:picChg chg="del">
          <ac:chgData name="Zhongming Wang" userId="512e36ef2895e492" providerId="LiveId" clId="{F3EDF6D6-17A4-48C6-93B1-08BF5E4ADF1A}" dt="2024-03-21T12:09:32.003" v="2354" actId="478"/>
          <ac:picMkLst>
            <pc:docMk/>
            <pc:sldMk cId="3797276911" sldId="555"/>
            <ac:picMk id="4" creationId="{02A5E4AA-B53F-D4E6-7DF9-4BCB33CE67A2}"/>
          </ac:picMkLst>
        </pc:picChg>
        <pc:picChg chg="del">
          <ac:chgData name="Zhongming Wang" userId="512e36ef2895e492" providerId="LiveId" clId="{F3EDF6D6-17A4-48C6-93B1-08BF5E4ADF1A}" dt="2024-03-21T12:07:20.163" v="2348" actId="478"/>
          <ac:picMkLst>
            <pc:docMk/>
            <pc:sldMk cId="3797276911" sldId="555"/>
            <ac:picMk id="5" creationId="{8F3821F7-43DD-F46C-9834-65CC2A9A07CD}"/>
          </ac:picMkLst>
        </pc:picChg>
        <pc:picChg chg="del">
          <ac:chgData name="Zhongming Wang" userId="512e36ef2895e492" providerId="LiveId" clId="{F3EDF6D6-17A4-48C6-93B1-08BF5E4ADF1A}" dt="2024-03-21T12:07:20.892" v="2349" actId="478"/>
          <ac:picMkLst>
            <pc:docMk/>
            <pc:sldMk cId="3797276911" sldId="555"/>
            <ac:picMk id="6" creationId="{CCFE88D5-5F7E-B0ED-7E99-124A44FE9E47}"/>
          </ac:picMkLst>
        </pc:picChg>
        <pc:picChg chg="del">
          <ac:chgData name="Zhongming Wang" userId="512e36ef2895e492" providerId="LiveId" clId="{F3EDF6D6-17A4-48C6-93B1-08BF5E4ADF1A}" dt="2024-03-21T12:07:19.544" v="2347" actId="478"/>
          <ac:picMkLst>
            <pc:docMk/>
            <pc:sldMk cId="3797276911" sldId="555"/>
            <ac:picMk id="7" creationId="{BE03236B-4315-9433-206E-C19195A51CD9}"/>
          </ac:picMkLst>
        </pc:picChg>
        <pc:picChg chg="del">
          <ac:chgData name="Zhongming Wang" userId="512e36ef2895e492" providerId="LiveId" clId="{F3EDF6D6-17A4-48C6-93B1-08BF5E4ADF1A}" dt="2024-03-21T12:07:21.414" v="2350" actId="478"/>
          <ac:picMkLst>
            <pc:docMk/>
            <pc:sldMk cId="3797276911" sldId="555"/>
            <ac:picMk id="8" creationId="{06A7FF76-4633-550B-F4A5-738DFE2EF0AB}"/>
          </ac:picMkLst>
        </pc:picChg>
        <pc:picChg chg="del">
          <ac:chgData name="Zhongming Wang" userId="512e36ef2895e492" providerId="LiveId" clId="{F3EDF6D6-17A4-48C6-93B1-08BF5E4ADF1A}" dt="2024-03-21T12:09:32.003" v="2354" actId="478"/>
          <ac:picMkLst>
            <pc:docMk/>
            <pc:sldMk cId="3797276911" sldId="555"/>
            <ac:picMk id="9" creationId="{DEB70B8C-F63A-2021-7181-EC018C5BE4F7}"/>
          </ac:picMkLst>
        </pc:picChg>
        <pc:picChg chg="add mod">
          <ac:chgData name="Zhongming Wang" userId="512e36ef2895e492" providerId="LiveId" clId="{F3EDF6D6-17A4-48C6-93B1-08BF5E4ADF1A}" dt="2024-03-21T12:11:07.422" v="2380" actId="1076"/>
          <ac:picMkLst>
            <pc:docMk/>
            <pc:sldMk cId="3797276911" sldId="555"/>
            <ac:picMk id="11" creationId="{FBA6DF14-9948-9982-AFF0-34096EF9AA36}"/>
          </ac:picMkLst>
        </pc:picChg>
        <pc:picChg chg="add mod">
          <ac:chgData name="Zhongming Wang" userId="512e36ef2895e492" providerId="LiveId" clId="{F3EDF6D6-17A4-48C6-93B1-08BF5E4ADF1A}" dt="2024-03-22T01:57:04.794" v="5020" actId="1076"/>
          <ac:picMkLst>
            <pc:docMk/>
            <pc:sldMk cId="3797276911" sldId="555"/>
            <ac:picMk id="13" creationId="{B438BA4E-6A02-5D22-14F8-D6DAF7A097C8}"/>
          </ac:picMkLst>
        </pc:picChg>
      </pc:sldChg>
      <pc:sldChg chg="modSp add mod modShow">
        <pc:chgData name="Zhongming Wang" userId="512e36ef2895e492" providerId="LiveId" clId="{F3EDF6D6-17A4-48C6-93B1-08BF5E4ADF1A}" dt="2024-03-22T08:28:45.574" v="9142" actId="729"/>
        <pc:sldMkLst>
          <pc:docMk/>
          <pc:sldMk cId="1478034260" sldId="556"/>
        </pc:sldMkLst>
        <pc:spChg chg="mod">
          <ac:chgData name="Zhongming Wang" userId="512e36ef2895e492" providerId="LiveId" clId="{F3EDF6D6-17A4-48C6-93B1-08BF5E4ADF1A}" dt="2024-03-22T03:26:05.757" v="6692" actId="20577"/>
          <ac:spMkLst>
            <pc:docMk/>
            <pc:sldMk cId="1478034260" sldId="556"/>
            <ac:spMk id="2" creationId="{95648C1A-9302-4744-8637-3D0075A57977}"/>
          </ac:spMkLst>
        </pc:spChg>
        <pc:spChg chg="mod">
          <ac:chgData name="Zhongming Wang" userId="512e36ef2895e492" providerId="LiveId" clId="{F3EDF6D6-17A4-48C6-93B1-08BF5E4ADF1A}" dt="2024-03-21T14:46:53.848" v="3019"/>
          <ac:spMkLst>
            <pc:docMk/>
            <pc:sldMk cId="1478034260" sldId="556"/>
            <ac:spMk id="7" creationId="{1A6E7D73-DAC5-42EB-B490-07FACA3CD9B8}"/>
          </ac:spMkLst>
        </pc:spChg>
        <pc:spChg chg="mod">
          <ac:chgData name="Zhongming Wang" userId="512e36ef2895e492" providerId="LiveId" clId="{F3EDF6D6-17A4-48C6-93B1-08BF5E4ADF1A}" dt="2024-03-22T02:01:17.131" v="5211" actId="113"/>
          <ac:spMkLst>
            <pc:docMk/>
            <pc:sldMk cId="1478034260" sldId="556"/>
            <ac:spMk id="23" creationId="{D4654109-3BAD-4B33-A80D-7B179C6EEFC1}"/>
          </ac:spMkLst>
        </pc:spChg>
      </pc:sldChg>
      <pc:sldChg chg="addSp delSp modSp add mod ord modShow">
        <pc:chgData name="Zhongming Wang" userId="512e36ef2895e492" providerId="LiveId" clId="{F3EDF6D6-17A4-48C6-93B1-08BF5E4ADF1A}" dt="2024-03-22T08:28:45.574" v="9142" actId="729"/>
        <pc:sldMkLst>
          <pc:docMk/>
          <pc:sldMk cId="3348895271" sldId="557"/>
        </pc:sldMkLst>
        <pc:spChg chg="mod">
          <ac:chgData name="Zhongming Wang" userId="512e36ef2895e492" providerId="LiveId" clId="{F3EDF6D6-17A4-48C6-93B1-08BF5E4ADF1A}" dt="2024-03-22T03:15:10.565" v="6375" actId="6549"/>
          <ac:spMkLst>
            <pc:docMk/>
            <pc:sldMk cId="3348895271" sldId="557"/>
            <ac:spMk id="2" creationId="{95648C1A-9302-4744-8637-3D0075A57977}"/>
          </ac:spMkLst>
        </pc:spChg>
        <pc:spChg chg="add del">
          <ac:chgData name="Zhongming Wang" userId="512e36ef2895e492" providerId="LiveId" clId="{F3EDF6D6-17A4-48C6-93B1-08BF5E4ADF1A}" dt="2024-03-22T03:15:11.992" v="6376" actId="22"/>
          <ac:spMkLst>
            <pc:docMk/>
            <pc:sldMk cId="3348895271" sldId="557"/>
            <ac:spMk id="5" creationId="{8241386A-D923-9FDB-BC54-91C1B9BE8A74}"/>
          </ac:spMkLst>
        </pc:spChg>
        <pc:spChg chg="mod">
          <ac:chgData name="Zhongming Wang" userId="512e36ef2895e492" providerId="LiveId" clId="{F3EDF6D6-17A4-48C6-93B1-08BF5E4ADF1A}" dt="2024-03-22T05:19:51.141" v="8867" actId="20577"/>
          <ac:spMkLst>
            <pc:docMk/>
            <pc:sldMk cId="3348895271" sldId="557"/>
            <ac:spMk id="7" creationId="{1A6E7D73-DAC5-42EB-B490-07FACA3CD9B8}"/>
          </ac:spMkLst>
        </pc:spChg>
        <pc:spChg chg="mod">
          <ac:chgData name="Zhongming Wang" userId="512e36ef2895e492" providerId="LiveId" clId="{F3EDF6D6-17A4-48C6-93B1-08BF5E4ADF1A}" dt="2024-03-22T03:13:18.593" v="6264" actId="113"/>
          <ac:spMkLst>
            <pc:docMk/>
            <pc:sldMk cId="3348895271" sldId="557"/>
            <ac:spMk id="23" creationId="{D4654109-3BAD-4B33-A80D-7B179C6EEFC1}"/>
          </ac:spMkLst>
        </pc:spChg>
      </pc:sldChg>
      <pc:sldChg chg="modSp add del mod">
        <pc:chgData name="Zhongming Wang" userId="512e36ef2895e492" providerId="LiveId" clId="{F3EDF6D6-17A4-48C6-93B1-08BF5E4ADF1A}" dt="2024-03-21T15:04:31.043" v="3939" actId="47"/>
        <pc:sldMkLst>
          <pc:docMk/>
          <pc:sldMk cId="2142094785" sldId="558"/>
        </pc:sldMkLst>
        <pc:spChg chg="mod">
          <ac:chgData name="Zhongming Wang" userId="512e36ef2895e492" providerId="LiveId" clId="{F3EDF6D6-17A4-48C6-93B1-08BF5E4ADF1A}" dt="2024-03-21T15:02:43.520" v="3866" actId="20577"/>
          <ac:spMkLst>
            <pc:docMk/>
            <pc:sldMk cId="2142094785" sldId="558"/>
            <ac:spMk id="2" creationId="{95648C1A-9302-4744-8637-3D0075A57977}"/>
          </ac:spMkLst>
        </pc:spChg>
        <pc:spChg chg="mod">
          <ac:chgData name="Zhongming Wang" userId="512e36ef2895e492" providerId="LiveId" clId="{F3EDF6D6-17A4-48C6-93B1-08BF5E4ADF1A}" dt="2024-03-21T14:57:31.597" v="3420" actId="14100"/>
          <ac:spMkLst>
            <pc:docMk/>
            <pc:sldMk cId="2142094785" sldId="558"/>
            <ac:spMk id="7" creationId="{1A6E7D73-DAC5-42EB-B490-07FACA3CD9B8}"/>
          </ac:spMkLst>
        </pc:spChg>
        <pc:spChg chg="mod">
          <ac:chgData name="Zhongming Wang" userId="512e36ef2895e492" providerId="LiveId" clId="{F3EDF6D6-17A4-48C6-93B1-08BF5E4ADF1A}" dt="2024-03-21T15:02:22.165" v="3839" actId="20577"/>
          <ac:spMkLst>
            <pc:docMk/>
            <pc:sldMk cId="2142094785" sldId="558"/>
            <ac:spMk id="23" creationId="{D4654109-3BAD-4B33-A80D-7B179C6EEFC1}"/>
          </ac:spMkLst>
        </pc:spChg>
      </pc:sldChg>
      <pc:sldChg chg="modSp add mod ord modShow">
        <pc:chgData name="Zhongming Wang" userId="512e36ef2895e492" providerId="LiveId" clId="{F3EDF6D6-17A4-48C6-93B1-08BF5E4ADF1A}" dt="2024-03-22T08:28:51.653" v="9143" actId="729"/>
        <pc:sldMkLst>
          <pc:docMk/>
          <pc:sldMk cId="12720654" sldId="559"/>
        </pc:sldMkLst>
        <pc:spChg chg="mod">
          <ac:chgData name="Zhongming Wang" userId="512e36ef2895e492" providerId="LiveId" clId="{F3EDF6D6-17A4-48C6-93B1-08BF5E4ADF1A}" dt="2024-03-21T15:04:22.089" v="3935" actId="20577"/>
          <ac:spMkLst>
            <pc:docMk/>
            <pc:sldMk cId="12720654" sldId="559"/>
            <ac:spMk id="2" creationId="{95648C1A-9302-4744-8637-3D0075A57977}"/>
          </ac:spMkLst>
        </pc:spChg>
        <pc:spChg chg="mod">
          <ac:chgData name="Zhongming Wang" userId="512e36ef2895e492" providerId="LiveId" clId="{F3EDF6D6-17A4-48C6-93B1-08BF5E4ADF1A}" dt="2024-03-22T02:03:19.950" v="5233" actId="14100"/>
          <ac:spMkLst>
            <pc:docMk/>
            <pc:sldMk cId="12720654" sldId="559"/>
            <ac:spMk id="7" creationId="{1A6E7D73-DAC5-42EB-B490-07FACA3CD9B8}"/>
          </ac:spMkLst>
        </pc:spChg>
        <pc:spChg chg="mod">
          <ac:chgData name="Zhongming Wang" userId="512e36ef2895e492" providerId="LiveId" clId="{F3EDF6D6-17A4-48C6-93B1-08BF5E4ADF1A}" dt="2024-03-22T02:04:33.612" v="5296" actId="20577"/>
          <ac:spMkLst>
            <pc:docMk/>
            <pc:sldMk cId="12720654" sldId="559"/>
            <ac:spMk id="23" creationId="{D4654109-3BAD-4B33-A80D-7B179C6EEFC1}"/>
          </ac:spMkLst>
        </pc:spChg>
      </pc:sldChg>
      <pc:sldChg chg="addSp delSp modSp add mod modShow">
        <pc:chgData name="Zhongming Wang" userId="512e36ef2895e492" providerId="LiveId" clId="{F3EDF6D6-17A4-48C6-93B1-08BF5E4ADF1A}" dt="2024-03-22T08:28:51.653" v="9143" actId="729"/>
        <pc:sldMkLst>
          <pc:docMk/>
          <pc:sldMk cId="191288205" sldId="560"/>
        </pc:sldMkLst>
        <pc:spChg chg="mod">
          <ac:chgData name="Zhongming Wang" userId="512e36ef2895e492" providerId="LiveId" clId="{F3EDF6D6-17A4-48C6-93B1-08BF5E4ADF1A}" dt="2024-03-22T04:54:37.040" v="8244" actId="20577"/>
          <ac:spMkLst>
            <pc:docMk/>
            <pc:sldMk cId="191288205" sldId="560"/>
            <ac:spMk id="2" creationId="{95648C1A-9302-4744-8637-3D0075A57977}"/>
          </ac:spMkLst>
        </pc:spChg>
        <pc:spChg chg="mod">
          <ac:chgData name="Zhongming Wang" userId="512e36ef2895e492" providerId="LiveId" clId="{F3EDF6D6-17A4-48C6-93B1-08BF5E4ADF1A}" dt="2024-03-22T02:05:00.288" v="5301" actId="1076"/>
          <ac:spMkLst>
            <pc:docMk/>
            <pc:sldMk cId="191288205" sldId="560"/>
            <ac:spMk id="3" creationId="{8FDCFB19-513B-42E1-B2A3-5635825FE424}"/>
          </ac:spMkLst>
        </pc:spChg>
        <pc:spChg chg="mod">
          <ac:chgData name="Zhongming Wang" userId="512e36ef2895e492" providerId="LiveId" clId="{F3EDF6D6-17A4-48C6-93B1-08BF5E4ADF1A}" dt="2024-03-22T04:54:57.288" v="8247" actId="14100"/>
          <ac:spMkLst>
            <pc:docMk/>
            <pc:sldMk cId="191288205" sldId="560"/>
            <ac:spMk id="7" creationId="{1A6E7D73-DAC5-42EB-B490-07FACA3CD9B8}"/>
          </ac:spMkLst>
        </pc:spChg>
        <pc:spChg chg="del mod">
          <ac:chgData name="Zhongming Wang" userId="512e36ef2895e492" providerId="LiveId" clId="{F3EDF6D6-17A4-48C6-93B1-08BF5E4ADF1A}" dt="2024-03-22T04:55:00.399" v="8248" actId="478"/>
          <ac:spMkLst>
            <pc:docMk/>
            <pc:sldMk cId="191288205" sldId="560"/>
            <ac:spMk id="23" creationId="{D4654109-3BAD-4B33-A80D-7B179C6EEFC1}"/>
          </ac:spMkLst>
        </pc:spChg>
        <pc:picChg chg="add mod">
          <ac:chgData name="Zhongming Wang" userId="512e36ef2895e492" providerId="LiveId" clId="{F3EDF6D6-17A4-48C6-93B1-08BF5E4ADF1A}" dt="2024-03-22T04:55:07.973" v="8252" actId="1076"/>
          <ac:picMkLst>
            <pc:docMk/>
            <pc:sldMk cId="191288205" sldId="560"/>
            <ac:picMk id="5" creationId="{A3FCB630-E53F-3350-5158-6CA9AA422A27}"/>
          </ac:picMkLst>
        </pc:picChg>
      </pc:sldChg>
      <pc:sldChg chg="modSp add mod modShow">
        <pc:chgData name="Zhongming Wang" userId="512e36ef2895e492" providerId="LiveId" clId="{F3EDF6D6-17A4-48C6-93B1-08BF5E4ADF1A}" dt="2024-03-22T08:28:51.653" v="9143" actId="729"/>
        <pc:sldMkLst>
          <pc:docMk/>
          <pc:sldMk cId="1411173477" sldId="561"/>
        </pc:sldMkLst>
        <pc:spChg chg="mod">
          <ac:chgData name="Zhongming Wang" userId="512e36ef2895e492" providerId="LiveId" clId="{F3EDF6D6-17A4-48C6-93B1-08BF5E4ADF1A}" dt="2024-03-21T15:07:15.607" v="4161" actId="20577"/>
          <ac:spMkLst>
            <pc:docMk/>
            <pc:sldMk cId="1411173477" sldId="561"/>
            <ac:spMk id="2" creationId="{95648C1A-9302-4744-8637-3D0075A57977}"/>
          </ac:spMkLst>
        </pc:spChg>
        <pc:spChg chg="mod">
          <ac:chgData name="Zhongming Wang" userId="512e36ef2895e492" providerId="LiveId" clId="{F3EDF6D6-17A4-48C6-93B1-08BF5E4ADF1A}" dt="2024-03-22T05:19:15.615" v="8856" actId="14100"/>
          <ac:spMkLst>
            <pc:docMk/>
            <pc:sldMk cId="1411173477" sldId="561"/>
            <ac:spMk id="7" creationId="{1A6E7D73-DAC5-42EB-B490-07FACA3CD9B8}"/>
          </ac:spMkLst>
        </pc:spChg>
        <pc:spChg chg="mod">
          <ac:chgData name="Zhongming Wang" userId="512e36ef2895e492" providerId="LiveId" clId="{F3EDF6D6-17A4-48C6-93B1-08BF5E4ADF1A}" dt="2024-03-22T04:48:17.067" v="7648" actId="20577"/>
          <ac:spMkLst>
            <pc:docMk/>
            <pc:sldMk cId="1411173477" sldId="561"/>
            <ac:spMk id="23" creationId="{D4654109-3BAD-4B33-A80D-7B179C6EEFC1}"/>
          </ac:spMkLst>
        </pc:spChg>
      </pc:sldChg>
      <pc:sldChg chg="addSp delSp modSp add mod ord">
        <pc:chgData name="Zhongming Wang" userId="512e36ef2895e492" providerId="LiveId" clId="{F3EDF6D6-17A4-48C6-93B1-08BF5E4ADF1A}" dt="2024-03-22T05:20:25.151" v="8876"/>
        <pc:sldMkLst>
          <pc:docMk/>
          <pc:sldMk cId="3864134463" sldId="562"/>
        </pc:sldMkLst>
        <pc:spChg chg="mod">
          <ac:chgData name="Zhongming Wang" userId="512e36ef2895e492" providerId="LiveId" clId="{F3EDF6D6-17A4-48C6-93B1-08BF5E4ADF1A}" dt="2024-03-22T01:52:09.034" v="4913" actId="20577"/>
          <ac:spMkLst>
            <pc:docMk/>
            <pc:sldMk cId="3864134463" sldId="562"/>
            <ac:spMk id="2" creationId="{95648C1A-9302-4744-8637-3D0075A57977}"/>
          </ac:spMkLst>
        </pc:spChg>
        <pc:spChg chg="add del">
          <ac:chgData name="Zhongming Wang" userId="512e36ef2895e492" providerId="LiveId" clId="{F3EDF6D6-17A4-48C6-93B1-08BF5E4ADF1A}" dt="2024-03-22T05:20:20.344" v="8873" actId="22"/>
          <ac:spMkLst>
            <pc:docMk/>
            <pc:sldMk cId="3864134463" sldId="562"/>
            <ac:spMk id="5" creationId="{6A9831C2-34C3-4A9F-533F-4001DDC16674}"/>
          </ac:spMkLst>
        </pc:spChg>
        <pc:spChg chg="add del">
          <ac:chgData name="Zhongming Wang" userId="512e36ef2895e492" providerId="LiveId" clId="{F3EDF6D6-17A4-48C6-93B1-08BF5E4ADF1A}" dt="2024-03-22T05:20:21.922" v="8875" actId="22"/>
          <ac:spMkLst>
            <pc:docMk/>
            <pc:sldMk cId="3864134463" sldId="562"/>
            <ac:spMk id="7" creationId="{3A1C3E0E-F867-D83D-97A3-77F2D002FEE3}"/>
          </ac:spMkLst>
        </pc:spChg>
        <pc:spChg chg="add mod">
          <ac:chgData name="Zhongming Wang" userId="512e36ef2895e492" providerId="LiveId" clId="{F3EDF6D6-17A4-48C6-93B1-08BF5E4ADF1A}" dt="2024-03-22T05:20:25.151" v="8876"/>
          <ac:spMkLst>
            <pc:docMk/>
            <pc:sldMk cId="3864134463" sldId="562"/>
            <ac:spMk id="8" creationId="{57F3FF05-4495-75ED-2D4E-FCA49E44123B}"/>
          </ac:spMkLst>
        </pc:spChg>
        <pc:spChg chg="del">
          <ac:chgData name="Zhongming Wang" userId="512e36ef2895e492" providerId="LiveId" clId="{F3EDF6D6-17A4-48C6-93B1-08BF5E4ADF1A}" dt="2024-03-22T01:38:10.268" v="4347" actId="478"/>
          <ac:spMkLst>
            <pc:docMk/>
            <pc:sldMk cId="3864134463" sldId="562"/>
            <ac:spMk id="10" creationId="{116D457E-C1F6-45E1-AC70-AE347E235D33}"/>
          </ac:spMkLst>
        </pc:spChg>
        <pc:spChg chg="del">
          <ac:chgData name="Zhongming Wang" userId="512e36ef2895e492" providerId="LiveId" clId="{F3EDF6D6-17A4-48C6-93B1-08BF5E4ADF1A}" dt="2024-03-22T05:20:15.014" v="8871" actId="478"/>
          <ac:spMkLst>
            <pc:docMk/>
            <pc:sldMk cId="3864134463" sldId="562"/>
            <ac:spMk id="21" creationId="{624FF73E-0981-4AFD-9285-82A94A8EB415}"/>
          </ac:spMkLst>
        </pc:spChg>
        <pc:picChg chg="del mod">
          <ac:chgData name="Zhongming Wang" userId="512e36ef2895e492" providerId="LiveId" clId="{F3EDF6D6-17A4-48C6-93B1-08BF5E4ADF1A}" dt="2024-03-22T01:38:56.106" v="4376" actId="478"/>
          <ac:picMkLst>
            <pc:docMk/>
            <pc:sldMk cId="3864134463" sldId="562"/>
            <ac:picMk id="5" creationId="{9C071EE4-12B4-DB76-2BC3-06FB3B8EFDD3}"/>
          </ac:picMkLst>
        </pc:picChg>
        <pc:picChg chg="add del mod">
          <ac:chgData name="Zhongming Wang" userId="512e36ef2895e492" providerId="LiveId" clId="{F3EDF6D6-17A4-48C6-93B1-08BF5E4ADF1A}" dt="2024-03-22T01:39:20.946" v="4381" actId="478"/>
          <ac:picMkLst>
            <pc:docMk/>
            <pc:sldMk cId="3864134463" sldId="562"/>
            <ac:picMk id="6" creationId="{1352EA51-09E2-E439-DED1-1C8AE3AC46F5}"/>
          </ac:picMkLst>
        </pc:picChg>
        <pc:picChg chg="add del mod">
          <ac:chgData name="Zhongming Wang" userId="512e36ef2895e492" providerId="LiveId" clId="{F3EDF6D6-17A4-48C6-93B1-08BF5E4ADF1A}" dt="2024-03-22T01:51:39.082" v="4885" actId="478"/>
          <ac:picMkLst>
            <pc:docMk/>
            <pc:sldMk cId="3864134463" sldId="562"/>
            <ac:picMk id="8" creationId="{73611833-17DD-4142-F05B-A88B85EE095D}"/>
          </ac:picMkLst>
        </pc:picChg>
        <pc:picChg chg="add mod">
          <ac:chgData name="Zhongming Wang" userId="512e36ef2895e492" providerId="LiveId" clId="{F3EDF6D6-17A4-48C6-93B1-08BF5E4ADF1A}" dt="2024-03-22T01:51:58.090" v="4900" actId="1076"/>
          <ac:picMkLst>
            <pc:docMk/>
            <pc:sldMk cId="3864134463" sldId="562"/>
            <ac:picMk id="9" creationId="{9C071EE4-12B4-DB76-2BC3-06FB3B8EFDD3}"/>
          </ac:picMkLst>
        </pc:picChg>
      </pc:sldChg>
      <pc:sldChg chg="addSp delSp modSp add mod modShow">
        <pc:chgData name="Zhongming Wang" userId="512e36ef2895e492" providerId="LiveId" clId="{F3EDF6D6-17A4-48C6-93B1-08BF5E4ADF1A}" dt="2024-03-22T08:28:45.574" v="9142" actId="729"/>
        <pc:sldMkLst>
          <pc:docMk/>
          <pc:sldMk cId="3867011924" sldId="563"/>
        </pc:sldMkLst>
        <pc:spChg chg="mod">
          <ac:chgData name="Zhongming Wang" userId="512e36ef2895e492" providerId="LiveId" clId="{F3EDF6D6-17A4-48C6-93B1-08BF5E4ADF1A}" dt="2024-03-22T01:40:11.467" v="4434" actId="20577"/>
          <ac:spMkLst>
            <pc:docMk/>
            <pc:sldMk cId="3867011924" sldId="563"/>
            <ac:spMk id="2" creationId="{95648C1A-9302-4744-8637-3D0075A57977}"/>
          </ac:spMkLst>
        </pc:spChg>
        <pc:spChg chg="add mod">
          <ac:chgData name="Zhongming Wang" userId="512e36ef2895e492" providerId="LiveId" clId="{F3EDF6D6-17A4-48C6-93B1-08BF5E4ADF1A}" dt="2024-03-22T05:20:42.604" v="8880"/>
          <ac:spMkLst>
            <pc:docMk/>
            <pc:sldMk cId="3867011924" sldId="563"/>
            <ac:spMk id="4" creationId="{6723BDC6-588E-1B0A-86DE-B00C58DEEC6F}"/>
          </ac:spMkLst>
        </pc:spChg>
        <pc:spChg chg="del">
          <ac:chgData name="Zhongming Wang" userId="512e36ef2895e492" providerId="LiveId" clId="{F3EDF6D6-17A4-48C6-93B1-08BF5E4ADF1A}" dt="2024-03-22T05:20:42.295" v="8879" actId="478"/>
          <ac:spMkLst>
            <pc:docMk/>
            <pc:sldMk cId="3867011924" sldId="563"/>
            <ac:spMk id="7" creationId="{1A6E7D73-DAC5-42EB-B490-07FACA3CD9B8}"/>
          </ac:spMkLst>
        </pc:spChg>
        <pc:spChg chg="mod">
          <ac:chgData name="Zhongming Wang" userId="512e36ef2895e492" providerId="LiveId" clId="{F3EDF6D6-17A4-48C6-93B1-08BF5E4ADF1A}" dt="2024-03-22T05:56:58.802" v="9130" actId="20577"/>
          <ac:spMkLst>
            <pc:docMk/>
            <pc:sldMk cId="3867011924" sldId="563"/>
            <ac:spMk id="23" creationId="{D4654109-3BAD-4B33-A80D-7B179C6EEFC1}"/>
          </ac:spMkLst>
        </pc:spChg>
      </pc:sldChg>
      <pc:sldChg chg="addSp delSp modSp add mod">
        <pc:chgData name="Zhongming Wang" userId="512e36ef2895e492" providerId="LiveId" clId="{F3EDF6D6-17A4-48C6-93B1-08BF5E4ADF1A}" dt="2024-03-22T05:20:27.221" v="8878"/>
        <pc:sldMkLst>
          <pc:docMk/>
          <pc:sldMk cId="1036242834" sldId="564"/>
        </pc:sldMkLst>
        <pc:spChg chg="add mod">
          <ac:chgData name="Zhongming Wang" userId="512e36ef2895e492" providerId="LiveId" clId="{F3EDF6D6-17A4-48C6-93B1-08BF5E4ADF1A}" dt="2024-03-22T05:20:27.221" v="8878"/>
          <ac:spMkLst>
            <pc:docMk/>
            <pc:sldMk cId="1036242834" sldId="564"/>
            <ac:spMk id="4" creationId="{A8CC044E-AA37-F2D1-3956-41359B7EA23B}"/>
          </ac:spMkLst>
        </pc:spChg>
        <pc:spChg chg="del">
          <ac:chgData name="Zhongming Wang" userId="512e36ef2895e492" providerId="LiveId" clId="{F3EDF6D6-17A4-48C6-93B1-08BF5E4ADF1A}" dt="2024-03-22T05:20:26.966" v="8877" actId="478"/>
          <ac:spMkLst>
            <pc:docMk/>
            <pc:sldMk cId="1036242834" sldId="564"/>
            <ac:spMk id="21" creationId="{624FF73E-0981-4AFD-9285-82A94A8EB415}"/>
          </ac:spMkLst>
        </pc:spChg>
      </pc:sldChg>
      <pc:sldChg chg="modSp add mod modShow">
        <pc:chgData name="Zhongming Wang" userId="512e36ef2895e492" providerId="LiveId" clId="{F3EDF6D6-17A4-48C6-93B1-08BF5E4ADF1A}" dt="2024-03-22T08:28:45.574" v="9142" actId="729"/>
        <pc:sldMkLst>
          <pc:docMk/>
          <pc:sldMk cId="1948687868" sldId="565"/>
        </pc:sldMkLst>
        <pc:spChg chg="mod">
          <ac:chgData name="Zhongming Wang" userId="512e36ef2895e492" providerId="LiveId" clId="{F3EDF6D6-17A4-48C6-93B1-08BF5E4ADF1A}" dt="2024-03-22T03:15:16.106" v="6378"/>
          <ac:spMkLst>
            <pc:docMk/>
            <pc:sldMk cId="1948687868" sldId="565"/>
            <ac:spMk id="2" creationId="{95648C1A-9302-4744-8637-3D0075A57977}"/>
          </ac:spMkLst>
        </pc:spChg>
        <pc:spChg chg="mod">
          <ac:chgData name="Zhongming Wang" userId="512e36ef2895e492" providerId="LiveId" clId="{F3EDF6D6-17A4-48C6-93B1-08BF5E4ADF1A}" dt="2024-03-22T05:19:43.638" v="8865" actId="20577"/>
          <ac:spMkLst>
            <pc:docMk/>
            <pc:sldMk cId="1948687868" sldId="565"/>
            <ac:spMk id="7" creationId="{1A6E7D73-DAC5-42EB-B490-07FACA3CD9B8}"/>
          </ac:spMkLst>
        </pc:spChg>
        <pc:spChg chg="mod">
          <ac:chgData name="Zhongming Wang" userId="512e36ef2895e492" providerId="LiveId" clId="{F3EDF6D6-17A4-48C6-93B1-08BF5E4ADF1A}" dt="2024-03-22T05:15:04.715" v="8809" actId="20577"/>
          <ac:spMkLst>
            <pc:docMk/>
            <pc:sldMk cId="1948687868" sldId="565"/>
            <ac:spMk id="23" creationId="{D4654109-3BAD-4B33-A80D-7B179C6EEFC1}"/>
          </ac:spMkLst>
        </pc:spChg>
      </pc:sldChg>
      <pc:sldChg chg="addSp delSp modSp add mod modShow">
        <pc:chgData name="Zhongming Wang" userId="512e36ef2895e492" providerId="LiveId" clId="{F3EDF6D6-17A4-48C6-93B1-08BF5E4ADF1A}" dt="2024-03-22T08:28:51.653" v="9143" actId="729"/>
        <pc:sldMkLst>
          <pc:docMk/>
          <pc:sldMk cId="4212663073" sldId="566"/>
        </pc:sldMkLst>
        <pc:spChg chg="mod">
          <ac:chgData name="Zhongming Wang" userId="512e36ef2895e492" providerId="LiveId" clId="{F3EDF6D6-17A4-48C6-93B1-08BF5E4ADF1A}" dt="2024-03-22T03:18:41.729" v="6419" actId="20577"/>
          <ac:spMkLst>
            <pc:docMk/>
            <pc:sldMk cId="4212663073" sldId="566"/>
            <ac:spMk id="2" creationId="{95648C1A-9302-4744-8637-3D0075A57977}"/>
          </ac:spMkLst>
        </pc:spChg>
        <pc:spChg chg="add mod">
          <ac:chgData name="Zhongming Wang" userId="512e36ef2895e492" providerId="LiveId" clId="{F3EDF6D6-17A4-48C6-93B1-08BF5E4ADF1A}" dt="2024-03-22T05:19:24.642" v="8862"/>
          <ac:spMkLst>
            <pc:docMk/>
            <pc:sldMk cId="4212663073" sldId="566"/>
            <ac:spMk id="4" creationId="{E9064599-93FA-2402-9F2A-3378073819BB}"/>
          </ac:spMkLst>
        </pc:spChg>
        <pc:spChg chg="del">
          <ac:chgData name="Zhongming Wang" userId="512e36ef2895e492" providerId="LiveId" clId="{F3EDF6D6-17A4-48C6-93B1-08BF5E4ADF1A}" dt="2024-03-22T05:19:24.319" v="8861" actId="478"/>
          <ac:spMkLst>
            <pc:docMk/>
            <pc:sldMk cId="4212663073" sldId="566"/>
            <ac:spMk id="7" creationId="{1A6E7D73-DAC5-42EB-B490-07FACA3CD9B8}"/>
          </ac:spMkLst>
        </pc:spChg>
        <pc:spChg chg="mod">
          <ac:chgData name="Zhongming Wang" userId="512e36ef2895e492" providerId="LiveId" clId="{F3EDF6D6-17A4-48C6-93B1-08BF5E4ADF1A}" dt="2024-03-22T04:52:14.820" v="8067" actId="20577"/>
          <ac:spMkLst>
            <pc:docMk/>
            <pc:sldMk cId="4212663073" sldId="566"/>
            <ac:spMk id="23" creationId="{D4654109-3BAD-4B33-A80D-7B179C6EEFC1}"/>
          </ac:spMkLst>
        </pc:spChg>
      </pc:sldChg>
      <pc:sldChg chg="modSp add mod">
        <pc:chgData name="Zhongming Wang" userId="512e36ef2895e492" providerId="LiveId" clId="{F3EDF6D6-17A4-48C6-93B1-08BF5E4ADF1A}" dt="2024-03-22T05:10:19.481" v="8746"/>
        <pc:sldMkLst>
          <pc:docMk/>
          <pc:sldMk cId="1506407119" sldId="567"/>
        </pc:sldMkLst>
        <pc:spChg chg="mod">
          <ac:chgData name="Zhongming Wang" userId="512e36ef2895e492" providerId="LiveId" clId="{F3EDF6D6-17A4-48C6-93B1-08BF5E4ADF1A}" dt="2024-03-22T03:35:41.340" v="6748" actId="207"/>
          <ac:spMkLst>
            <pc:docMk/>
            <pc:sldMk cId="1506407119" sldId="567"/>
            <ac:spMk id="2" creationId="{9BE10A44-04AE-6AD6-8AEC-47882B9F13FB}"/>
          </ac:spMkLst>
        </pc:spChg>
        <pc:spChg chg="mod">
          <ac:chgData name="Zhongming Wang" userId="512e36ef2895e492" providerId="LiveId" clId="{F3EDF6D6-17A4-48C6-93B1-08BF5E4ADF1A}" dt="2024-03-22T03:35:47.391" v="6749" actId="207"/>
          <ac:spMkLst>
            <pc:docMk/>
            <pc:sldMk cId="1506407119" sldId="567"/>
            <ac:spMk id="6" creationId="{7ADB2C1D-9765-43B5-807B-51A0E46D9B90}"/>
          </ac:spMkLst>
        </pc:spChg>
        <pc:spChg chg="mod">
          <ac:chgData name="Zhongming Wang" userId="512e36ef2895e492" providerId="LiveId" clId="{F3EDF6D6-17A4-48C6-93B1-08BF5E4ADF1A}" dt="2024-03-22T05:10:19.481" v="8746"/>
          <ac:spMkLst>
            <pc:docMk/>
            <pc:sldMk cId="1506407119" sldId="567"/>
            <ac:spMk id="7" creationId="{ECE31F92-1261-4C1B-AC71-DBDCE9259D2D}"/>
          </ac:spMkLst>
        </pc:spChg>
      </pc:sldChg>
      <pc:sldChg chg="addSp delSp modSp add mod modShow">
        <pc:chgData name="Zhongming Wang" userId="512e36ef2895e492" providerId="LiveId" clId="{F3EDF6D6-17A4-48C6-93B1-08BF5E4ADF1A}" dt="2024-03-22T08:28:51.653" v="9143" actId="729"/>
        <pc:sldMkLst>
          <pc:docMk/>
          <pc:sldMk cId="3623475422" sldId="568"/>
        </pc:sldMkLst>
        <pc:spChg chg="mod">
          <ac:chgData name="Zhongming Wang" userId="512e36ef2895e492" providerId="LiveId" clId="{F3EDF6D6-17A4-48C6-93B1-08BF5E4ADF1A}" dt="2024-03-22T03:38:06.696" v="6807" actId="20577"/>
          <ac:spMkLst>
            <pc:docMk/>
            <pc:sldMk cId="3623475422" sldId="568"/>
            <ac:spMk id="2" creationId="{95648C1A-9302-4744-8637-3D0075A57977}"/>
          </ac:spMkLst>
        </pc:spChg>
        <pc:spChg chg="add mod">
          <ac:chgData name="Zhongming Wang" userId="512e36ef2895e492" providerId="LiveId" clId="{F3EDF6D6-17A4-48C6-93B1-08BF5E4ADF1A}" dt="2024-03-22T05:19:20.256" v="8860"/>
          <ac:spMkLst>
            <pc:docMk/>
            <pc:sldMk cId="3623475422" sldId="568"/>
            <ac:spMk id="4" creationId="{28CB383A-4568-8C09-B240-0C65AE21FB75}"/>
          </ac:spMkLst>
        </pc:spChg>
        <pc:spChg chg="del mod">
          <ac:chgData name="Zhongming Wang" userId="512e36ef2895e492" providerId="LiveId" clId="{F3EDF6D6-17A4-48C6-93B1-08BF5E4ADF1A}" dt="2024-03-22T05:19:20.004" v="8859" actId="478"/>
          <ac:spMkLst>
            <pc:docMk/>
            <pc:sldMk cId="3623475422" sldId="568"/>
            <ac:spMk id="7" creationId="{1A6E7D73-DAC5-42EB-B490-07FACA3CD9B8}"/>
          </ac:spMkLst>
        </pc:spChg>
        <pc:spChg chg="mod">
          <ac:chgData name="Zhongming Wang" userId="512e36ef2895e492" providerId="LiveId" clId="{F3EDF6D6-17A4-48C6-93B1-08BF5E4ADF1A}" dt="2024-03-22T04:53:45.867" v="8177" actId="207"/>
          <ac:spMkLst>
            <pc:docMk/>
            <pc:sldMk cId="3623475422" sldId="568"/>
            <ac:spMk id="23" creationId="{D4654109-3BAD-4B33-A80D-7B179C6EEFC1}"/>
          </ac:spMkLst>
        </pc:spChg>
      </pc:sldChg>
    </pc:docChg>
  </pc:docChgLst>
  <pc:docChgLst>
    <pc:chgData name="王 zebra" userId="512e36ef2895e492" providerId="LiveId" clId="{69F7159D-3B45-44FB-8D71-0AFA2988EB8B}"/>
    <pc:docChg chg="modSld">
      <pc:chgData name="王 zebra" userId="512e36ef2895e492" providerId="LiveId" clId="{69F7159D-3B45-44FB-8D71-0AFA2988EB8B}" dt="2023-08-15T06:29:15.875" v="5" actId="20577"/>
      <pc:docMkLst>
        <pc:docMk/>
      </pc:docMkLst>
      <pc:sldChg chg="modSp mod">
        <pc:chgData name="王 zebra" userId="512e36ef2895e492" providerId="LiveId" clId="{69F7159D-3B45-44FB-8D71-0AFA2988EB8B}" dt="2023-08-15T06:29:15.875" v="5" actId="20577"/>
        <pc:sldMkLst>
          <pc:docMk/>
          <pc:sldMk cId="4227562767" sldId="449"/>
        </pc:sldMkLst>
        <pc:spChg chg="mod">
          <ac:chgData name="王 zebra" userId="512e36ef2895e492" providerId="LiveId" clId="{69F7159D-3B45-44FB-8D71-0AFA2988EB8B}" dt="2023-08-15T06:29:15.875" v="5" actId="20577"/>
          <ac:spMkLst>
            <pc:docMk/>
            <pc:sldMk cId="4227562767" sldId="449"/>
            <ac:spMk id="38" creationId="{C61227EA-E2DE-4A64-B42A-276840241E2B}"/>
          </ac:spMkLst>
        </pc:spChg>
      </pc:sldChg>
      <pc:sldChg chg="modSp mod">
        <pc:chgData name="王 zebra" userId="512e36ef2895e492" providerId="LiveId" clId="{69F7159D-3B45-44FB-8D71-0AFA2988EB8B}" dt="2023-08-08T03:51:35.008" v="1" actId="2711"/>
        <pc:sldMkLst>
          <pc:docMk/>
          <pc:sldMk cId="85331007" sldId="455"/>
        </pc:sldMkLst>
        <pc:spChg chg="mod">
          <ac:chgData name="王 zebra" userId="512e36ef2895e492" providerId="LiveId" clId="{69F7159D-3B45-44FB-8D71-0AFA2988EB8B}" dt="2023-08-08T03:51:35.008" v="1" actId="2711"/>
          <ac:spMkLst>
            <pc:docMk/>
            <pc:sldMk cId="85331007" sldId="455"/>
            <ac:spMk id="10" creationId="{CEE6698B-7351-4A8E-8D18-B6EEA6B8D827}"/>
          </ac:spMkLst>
        </pc:spChg>
      </pc:sldChg>
      <pc:sldChg chg="modSp mod">
        <pc:chgData name="王 zebra" userId="512e36ef2895e492" providerId="LiveId" clId="{69F7159D-3B45-44FB-8D71-0AFA2988EB8B}" dt="2023-08-08T03:51:28.705" v="0" actId="2711"/>
        <pc:sldMkLst>
          <pc:docMk/>
          <pc:sldMk cId="341024635" sldId="456"/>
        </pc:sldMkLst>
        <pc:spChg chg="mod">
          <ac:chgData name="王 zebra" userId="512e36ef2895e492" providerId="LiveId" clId="{69F7159D-3B45-44FB-8D71-0AFA2988EB8B}" dt="2023-08-08T03:51:28.705" v="0" actId="2711"/>
          <ac:spMkLst>
            <pc:docMk/>
            <pc:sldMk cId="341024635" sldId="456"/>
            <ac:spMk id="38" creationId="{2202E88D-2FF2-4510-B23F-F3A910B5AA87}"/>
          </ac:spMkLst>
        </pc:spChg>
      </pc:sldChg>
    </pc:docChg>
  </pc:docChgLst>
  <pc:docChgLst>
    <pc:chgData name="王 zebra" userId="512e36ef2895e492" providerId="LiveId" clId="{586C3474-D6CD-4DD3-AA88-CAE6A02EC742}"/>
    <pc:docChg chg="undo redo custSel addSld delSld modSld sldOrd">
      <pc:chgData name="王 zebra" userId="512e36ef2895e492" providerId="LiveId" clId="{586C3474-D6CD-4DD3-AA88-CAE6A02EC742}" dt="2024-01-26T07:59:15.402" v="5870" actId="478"/>
      <pc:docMkLst>
        <pc:docMk/>
      </pc:docMkLst>
      <pc:sldChg chg="modSp mod">
        <pc:chgData name="王 zebra" userId="512e36ef2895e492" providerId="LiveId" clId="{586C3474-D6CD-4DD3-AA88-CAE6A02EC742}" dt="2024-01-25T11:55:35.448" v="144" actId="27636"/>
        <pc:sldMkLst>
          <pc:docMk/>
          <pc:sldMk cId="41641697" sldId="264"/>
        </pc:sldMkLst>
        <pc:spChg chg="mod">
          <ac:chgData name="王 zebra" userId="512e36ef2895e492" providerId="LiveId" clId="{586C3474-D6CD-4DD3-AA88-CAE6A02EC742}" dt="2024-01-25T11:55:35.448" v="144" actId="27636"/>
          <ac:spMkLst>
            <pc:docMk/>
            <pc:sldMk cId="41641697" sldId="264"/>
            <ac:spMk id="14" creationId="{C5894F79-5F33-A47F-8011-EFCF2C381F5F}"/>
          </ac:spMkLst>
        </pc:spChg>
      </pc:sldChg>
      <pc:sldChg chg="del">
        <pc:chgData name="王 zebra" userId="512e36ef2895e492" providerId="LiveId" clId="{586C3474-D6CD-4DD3-AA88-CAE6A02EC742}" dt="2024-01-25T14:14:38.618" v="3875" actId="47"/>
        <pc:sldMkLst>
          <pc:docMk/>
          <pc:sldMk cId="1411678714" sldId="357"/>
        </pc:sldMkLst>
      </pc:sldChg>
      <pc:sldChg chg="addSp delSp modSp mod ord">
        <pc:chgData name="王 zebra" userId="512e36ef2895e492" providerId="LiveId" clId="{586C3474-D6CD-4DD3-AA88-CAE6A02EC742}" dt="2024-01-26T05:28:05.303" v="5496" actId="20577"/>
        <pc:sldMkLst>
          <pc:docMk/>
          <pc:sldMk cId="2353006314" sldId="422"/>
        </pc:sldMkLst>
        <pc:spChg chg="mod">
          <ac:chgData name="王 zebra" userId="512e36ef2895e492" providerId="LiveId" clId="{586C3474-D6CD-4DD3-AA88-CAE6A02EC742}" dt="2024-01-26T05:27:38.649" v="5480" actId="20577"/>
          <ac:spMkLst>
            <pc:docMk/>
            <pc:sldMk cId="2353006314" sldId="422"/>
            <ac:spMk id="2" creationId="{95648C1A-9302-4744-8637-3D0075A57977}"/>
          </ac:spMkLst>
        </pc:spChg>
        <pc:spChg chg="del mod">
          <ac:chgData name="王 zebra" userId="512e36ef2895e492" providerId="LiveId" clId="{586C3474-D6CD-4DD3-AA88-CAE6A02EC742}" dt="2024-01-26T02:06:28.258" v="3878" actId="478"/>
          <ac:spMkLst>
            <pc:docMk/>
            <pc:sldMk cId="2353006314" sldId="422"/>
            <ac:spMk id="7" creationId="{E06FA39F-CB46-A6DB-640E-200175B66528}"/>
          </ac:spMkLst>
        </pc:spChg>
        <pc:spChg chg="del">
          <ac:chgData name="王 zebra" userId="512e36ef2895e492" providerId="LiveId" clId="{586C3474-D6CD-4DD3-AA88-CAE6A02EC742}" dt="2024-01-26T02:06:30.882" v="3880" actId="478"/>
          <ac:spMkLst>
            <pc:docMk/>
            <pc:sldMk cId="2353006314" sldId="422"/>
            <ac:spMk id="8" creationId="{4E1F641F-8501-1323-9453-54C4DA871565}"/>
          </ac:spMkLst>
        </pc:spChg>
        <pc:spChg chg="del">
          <ac:chgData name="王 zebra" userId="512e36ef2895e492" providerId="LiveId" clId="{586C3474-D6CD-4DD3-AA88-CAE6A02EC742}" dt="2024-01-26T02:06:29.422" v="3879" actId="478"/>
          <ac:spMkLst>
            <pc:docMk/>
            <pc:sldMk cId="2353006314" sldId="422"/>
            <ac:spMk id="9" creationId="{5DF75606-B448-F110-AA90-92EB0486332A}"/>
          </ac:spMkLst>
        </pc:spChg>
        <pc:spChg chg="mod">
          <ac:chgData name="王 zebra" userId="512e36ef2895e492" providerId="LiveId" clId="{586C3474-D6CD-4DD3-AA88-CAE6A02EC742}" dt="2024-01-26T05:28:05.303" v="5496" actId="20577"/>
          <ac:spMkLst>
            <pc:docMk/>
            <pc:sldMk cId="2353006314" sldId="422"/>
            <ac:spMk id="24" creationId="{2E6F37BF-6FC2-4F1E-98EF-2B06C1267D1B}"/>
          </ac:spMkLst>
        </pc:spChg>
        <pc:picChg chg="add mod">
          <ac:chgData name="王 zebra" userId="512e36ef2895e492" providerId="LiveId" clId="{586C3474-D6CD-4DD3-AA88-CAE6A02EC742}" dt="2024-01-26T03:01:31.387" v="4500" actId="1076"/>
          <ac:picMkLst>
            <pc:docMk/>
            <pc:sldMk cId="2353006314" sldId="422"/>
            <ac:picMk id="16" creationId="{6F32D297-6073-4121-AAD4-3828D675F68B}"/>
          </ac:picMkLst>
        </pc:picChg>
        <pc:picChg chg="add mod">
          <ac:chgData name="王 zebra" userId="512e36ef2895e492" providerId="LiveId" clId="{586C3474-D6CD-4DD3-AA88-CAE6A02EC742}" dt="2024-01-26T03:06:22.317" v="4778" actId="1076"/>
          <ac:picMkLst>
            <pc:docMk/>
            <pc:sldMk cId="2353006314" sldId="422"/>
            <ac:picMk id="17" creationId="{C38F583C-0402-42DD-BE06-28D086F357EA}"/>
          </ac:picMkLst>
        </pc:picChg>
        <pc:picChg chg="del">
          <ac:chgData name="王 zebra" userId="512e36ef2895e492" providerId="LiveId" clId="{586C3474-D6CD-4DD3-AA88-CAE6A02EC742}" dt="2024-01-26T03:01:10.229" v="4491" actId="478"/>
          <ac:picMkLst>
            <pc:docMk/>
            <pc:sldMk cId="2353006314" sldId="422"/>
            <ac:picMk id="34" creationId="{911F7EDA-8F02-89F1-A694-C159B5E2C7C5}"/>
          </ac:picMkLst>
        </pc:picChg>
        <pc:picChg chg="del">
          <ac:chgData name="王 zebra" userId="512e36ef2895e492" providerId="LiveId" clId="{586C3474-D6CD-4DD3-AA88-CAE6A02EC742}" dt="2024-01-26T03:01:06.363" v="4488" actId="478"/>
          <ac:picMkLst>
            <pc:docMk/>
            <pc:sldMk cId="2353006314" sldId="422"/>
            <ac:picMk id="38" creationId="{703A893D-3ADB-74B5-3AE3-84FC0D0F6AF8}"/>
          </ac:picMkLst>
        </pc:picChg>
        <pc:picChg chg="del">
          <ac:chgData name="王 zebra" userId="512e36ef2895e492" providerId="LiveId" clId="{586C3474-D6CD-4DD3-AA88-CAE6A02EC742}" dt="2024-01-26T02:06:24.038" v="3876" actId="478"/>
          <ac:picMkLst>
            <pc:docMk/>
            <pc:sldMk cId="2353006314" sldId="422"/>
            <ac:picMk id="40" creationId="{09DA25A9-938B-DF6E-C2D9-F50EAF8786FC}"/>
          </ac:picMkLst>
        </pc:picChg>
      </pc:sldChg>
      <pc:sldChg chg="addSp modSp del mod">
        <pc:chgData name="王 zebra" userId="512e36ef2895e492" providerId="LiveId" clId="{586C3474-D6CD-4DD3-AA88-CAE6A02EC742}" dt="2024-01-25T14:14:38.069" v="3874" actId="47"/>
        <pc:sldMkLst>
          <pc:docMk/>
          <pc:sldMk cId="3453357845" sldId="427"/>
        </pc:sldMkLst>
        <pc:spChg chg="mod">
          <ac:chgData name="王 zebra" userId="512e36ef2895e492" providerId="LiveId" clId="{586C3474-D6CD-4DD3-AA88-CAE6A02EC742}" dt="2024-01-25T11:57:58.684" v="249" actId="1038"/>
          <ac:spMkLst>
            <pc:docMk/>
            <pc:sldMk cId="3453357845" sldId="427"/>
            <ac:spMk id="2" creationId="{9BE10A44-04AE-6AD6-8AEC-47882B9F13FB}"/>
          </ac:spMkLst>
        </pc:spChg>
        <pc:spChg chg="mod">
          <ac:chgData name="王 zebra" userId="512e36ef2895e492" providerId="LiveId" clId="{586C3474-D6CD-4DD3-AA88-CAE6A02EC742}" dt="2024-01-25T11:57:58.684" v="249" actId="1038"/>
          <ac:spMkLst>
            <pc:docMk/>
            <pc:sldMk cId="3453357845" sldId="427"/>
            <ac:spMk id="6" creationId="{7ADB2C1D-9765-43B5-807B-51A0E46D9B90}"/>
          </ac:spMkLst>
        </pc:spChg>
        <pc:spChg chg="add mod">
          <ac:chgData name="王 zebra" userId="512e36ef2895e492" providerId="LiveId" clId="{586C3474-D6CD-4DD3-AA88-CAE6A02EC742}" dt="2024-01-25T11:57:58.684" v="249" actId="1038"/>
          <ac:spMkLst>
            <pc:docMk/>
            <pc:sldMk cId="3453357845" sldId="427"/>
            <ac:spMk id="7" creationId="{ECE31F92-1261-4C1B-AC71-DBDCE9259D2D}"/>
          </ac:spMkLst>
        </pc:spChg>
      </pc:sldChg>
      <pc:sldChg chg="addSp delSp modSp del mod ord">
        <pc:chgData name="王 zebra" userId="512e36ef2895e492" providerId="LiveId" clId="{586C3474-D6CD-4DD3-AA88-CAE6A02EC742}" dt="2024-01-25T12:18:40.948" v="1039" actId="47"/>
        <pc:sldMkLst>
          <pc:docMk/>
          <pc:sldMk cId="1721574230" sldId="460"/>
        </pc:sldMkLst>
        <pc:spChg chg="mod">
          <ac:chgData name="王 zebra" userId="512e36ef2895e492" providerId="LiveId" clId="{586C3474-D6CD-4DD3-AA88-CAE6A02EC742}" dt="2024-01-25T12:07:49.982" v="631" actId="20577"/>
          <ac:spMkLst>
            <pc:docMk/>
            <pc:sldMk cId="1721574230" sldId="460"/>
            <ac:spMk id="2" creationId="{95648C1A-9302-4744-8637-3D0075A57977}"/>
          </ac:spMkLst>
        </pc:spChg>
        <pc:spChg chg="add del mod">
          <ac:chgData name="王 zebra" userId="512e36ef2895e492" providerId="LiveId" clId="{586C3474-D6CD-4DD3-AA88-CAE6A02EC742}" dt="2024-01-25T12:12:56.939" v="741"/>
          <ac:spMkLst>
            <pc:docMk/>
            <pc:sldMk cId="1721574230" sldId="460"/>
            <ac:spMk id="7" creationId="{966892F2-F84F-4F62-90C1-B64CAD32B01A}"/>
          </ac:spMkLst>
        </pc:spChg>
        <pc:spChg chg="mod">
          <ac:chgData name="王 zebra" userId="512e36ef2895e492" providerId="LiveId" clId="{586C3474-D6CD-4DD3-AA88-CAE6A02EC742}" dt="2024-01-25T12:12:36.469" v="733" actId="20577"/>
          <ac:spMkLst>
            <pc:docMk/>
            <pc:sldMk cId="1721574230" sldId="460"/>
            <ac:spMk id="23" creationId="{D4654109-3BAD-4B33-A80D-7B179C6EEFC1}"/>
          </ac:spMkLst>
        </pc:spChg>
        <pc:spChg chg="mod">
          <ac:chgData name="王 zebra" userId="512e36ef2895e492" providerId="LiveId" clId="{586C3474-D6CD-4DD3-AA88-CAE6A02EC742}" dt="2024-01-25T12:12:56.526" v="740" actId="1076"/>
          <ac:spMkLst>
            <pc:docMk/>
            <pc:sldMk cId="1721574230" sldId="460"/>
            <ac:spMk id="34" creationId="{836ECB59-A66B-4F64-A930-3BFB58E56E31}"/>
          </ac:spMkLst>
        </pc:spChg>
      </pc:sldChg>
      <pc:sldChg chg="del">
        <pc:chgData name="王 zebra" userId="512e36ef2895e492" providerId="LiveId" clId="{586C3474-D6CD-4DD3-AA88-CAE6A02EC742}" dt="2024-01-25T14:14:37.535" v="3873" actId="47"/>
        <pc:sldMkLst>
          <pc:docMk/>
          <pc:sldMk cId="2657799884" sldId="495"/>
        </pc:sldMkLst>
      </pc:sldChg>
      <pc:sldChg chg="addSp delSp modSp mod ord">
        <pc:chgData name="王 zebra" userId="512e36ef2895e492" providerId="LiveId" clId="{586C3474-D6CD-4DD3-AA88-CAE6A02EC742}" dt="2024-01-26T05:44:12.779" v="5867" actId="20577"/>
        <pc:sldMkLst>
          <pc:docMk/>
          <pc:sldMk cId="2753023899" sldId="498"/>
        </pc:sldMkLst>
        <pc:spChg chg="mod">
          <ac:chgData name="王 zebra" userId="512e36ef2895e492" providerId="LiveId" clId="{586C3474-D6CD-4DD3-AA88-CAE6A02EC742}" dt="2024-01-26T05:44:12.779" v="5867" actId="20577"/>
          <ac:spMkLst>
            <pc:docMk/>
            <pc:sldMk cId="2753023899" sldId="498"/>
            <ac:spMk id="6" creationId="{A557366B-29FF-4A6D-B617-CF6AFCF041ED}"/>
          </ac:spMkLst>
        </pc:spChg>
        <pc:spChg chg="del">
          <ac:chgData name="王 zebra" userId="512e36ef2895e492" providerId="LiveId" clId="{586C3474-D6CD-4DD3-AA88-CAE6A02EC742}" dt="2024-01-25T13:09:31.683" v="1866" actId="478"/>
          <ac:spMkLst>
            <pc:docMk/>
            <pc:sldMk cId="2753023899" sldId="498"/>
            <ac:spMk id="7" creationId="{17AFB258-AC80-42B1-B0F7-012C44AE49F0}"/>
          </ac:spMkLst>
        </pc:spChg>
        <pc:spChg chg="add mod">
          <ac:chgData name="王 zebra" userId="512e36ef2895e492" providerId="LiveId" clId="{586C3474-D6CD-4DD3-AA88-CAE6A02EC742}" dt="2024-01-26T05:29:30.324" v="5534"/>
          <ac:spMkLst>
            <pc:docMk/>
            <pc:sldMk cId="2753023899" sldId="498"/>
            <ac:spMk id="9" creationId="{D994FDD7-75F0-4597-A0FF-3837B42140E3}"/>
          </ac:spMkLst>
        </pc:spChg>
      </pc:sldChg>
      <pc:sldChg chg="del">
        <pc:chgData name="王 zebra" userId="512e36ef2895e492" providerId="LiveId" clId="{586C3474-D6CD-4DD3-AA88-CAE6A02EC742}" dt="2024-01-25T11:57:12.826" v="149" actId="47"/>
        <pc:sldMkLst>
          <pc:docMk/>
          <pc:sldMk cId="2836899850" sldId="500"/>
        </pc:sldMkLst>
      </pc:sldChg>
      <pc:sldChg chg="del">
        <pc:chgData name="王 zebra" userId="512e36ef2895e492" providerId="LiveId" clId="{586C3474-D6CD-4DD3-AA88-CAE6A02EC742}" dt="2024-01-25T11:57:13.457" v="150" actId="47"/>
        <pc:sldMkLst>
          <pc:docMk/>
          <pc:sldMk cId="2856257780" sldId="501"/>
        </pc:sldMkLst>
      </pc:sldChg>
      <pc:sldChg chg="del">
        <pc:chgData name="王 zebra" userId="512e36ef2895e492" providerId="LiveId" clId="{586C3474-D6CD-4DD3-AA88-CAE6A02EC742}" dt="2024-01-25T11:57:15.305" v="152" actId="47"/>
        <pc:sldMkLst>
          <pc:docMk/>
          <pc:sldMk cId="2793642012" sldId="502"/>
        </pc:sldMkLst>
      </pc:sldChg>
      <pc:sldChg chg="del">
        <pc:chgData name="王 zebra" userId="512e36ef2895e492" providerId="LiveId" clId="{586C3474-D6CD-4DD3-AA88-CAE6A02EC742}" dt="2024-01-25T11:57:15.973" v="153" actId="47"/>
        <pc:sldMkLst>
          <pc:docMk/>
          <pc:sldMk cId="90019510" sldId="503"/>
        </pc:sldMkLst>
      </pc:sldChg>
      <pc:sldChg chg="del">
        <pc:chgData name="王 zebra" userId="512e36ef2895e492" providerId="LiveId" clId="{586C3474-D6CD-4DD3-AA88-CAE6A02EC742}" dt="2024-01-25T11:57:17.431" v="155" actId="47"/>
        <pc:sldMkLst>
          <pc:docMk/>
          <pc:sldMk cId="2999078194" sldId="504"/>
        </pc:sldMkLst>
      </pc:sldChg>
      <pc:sldChg chg="del">
        <pc:chgData name="王 zebra" userId="512e36ef2895e492" providerId="LiveId" clId="{586C3474-D6CD-4DD3-AA88-CAE6A02EC742}" dt="2024-01-25T11:57:16.714" v="154" actId="47"/>
        <pc:sldMkLst>
          <pc:docMk/>
          <pc:sldMk cId="1681769481" sldId="506"/>
        </pc:sldMkLst>
      </pc:sldChg>
      <pc:sldChg chg="del">
        <pc:chgData name="王 zebra" userId="512e36ef2895e492" providerId="LiveId" clId="{586C3474-D6CD-4DD3-AA88-CAE6A02EC742}" dt="2024-01-25T11:58:12.100" v="251" actId="47"/>
        <pc:sldMkLst>
          <pc:docMk/>
          <pc:sldMk cId="2429114865" sldId="507"/>
        </pc:sldMkLst>
      </pc:sldChg>
      <pc:sldChg chg="del">
        <pc:chgData name="王 zebra" userId="512e36ef2895e492" providerId="LiveId" clId="{586C3474-D6CD-4DD3-AA88-CAE6A02EC742}" dt="2024-01-25T11:57:18.138" v="156" actId="47"/>
        <pc:sldMkLst>
          <pc:docMk/>
          <pc:sldMk cId="3064891410" sldId="508"/>
        </pc:sldMkLst>
      </pc:sldChg>
      <pc:sldChg chg="del">
        <pc:chgData name="王 zebra" userId="512e36ef2895e492" providerId="LiveId" clId="{586C3474-D6CD-4DD3-AA88-CAE6A02EC742}" dt="2024-01-25T11:57:21.034" v="159" actId="47"/>
        <pc:sldMkLst>
          <pc:docMk/>
          <pc:sldMk cId="2534281276" sldId="509"/>
        </pc:sldMkLst>
      </pc:sldChg>
      <pc:sldChg chg="del">
        <pc:chgData name="王 zebra" userId="512e36ef2895e492" providerId="LiveId" clId="{586C3474-D6CD-4DD3-AA88-CAE6A02EC742}" dt="2024-01-25T11:58:08.776" v="250" actId="47"/>
        <pc:sldMkLst>
          <pc:docMk/>
          <pc:sldMk cId="3993588904" sldId="510"/>
        </pc:sldMkLst>
      </pc:sldChg>
      <pc:sldChg chg="del">
        <pc:chgData name="王 zebra" userId="512e36ef2895e492" providerId="LiveId" clId="{586C3474-D6CD-4DD3-AA88-CAE6A02EC742}" dt="2024-01-25T14:14:37.065" v="3872" actId="47"/>
        <pc:sldMkLst>
          <pc:docMk/>
          <pc:sldMk cId="3546650173" sldId="513"/>
        </pc:sldMkLst>
      </pc:sldChg>
      <pc:sldChg chg="del">
        <pc:chgData name="王 zebra" userId="512e36ef2895e492" providerId="LiveId" clId="{586C3474-D6CD-4DD3-AA88-CAE6A02EC742}" dt="2024-01-25T14:14:36.264" v="3871" actId="47"/>
        <pc:sldMkLst>
          <pc:docMk/>
          <pc:sldMk cId="3470812867" sldId="514"/>
        </pc:sldMkLst>
      </pc:sldChg>
      <pc:sldChg chg="del">
        <pc:chgData name="王 zebra" userId="512e36ef2895e492" providerId="LiveId" clId="{586C3474-D6CD-4DD3-AA88-CAE6A02EC742}" dt="2024-01-25T14:14:35.668" v="3870" actId="47"/>
        <pc:sldMkLst>
          <pc:docMk/>
          <pc:sldMk cId="1150720484" sldId="515"/>
        </pc:sldMkLst>
      </pc:sldChg>
      <pc:sldChg chg="del">
        <pc:chgData name="王 zebra" userId="512e36ef2895e492" providerId="LiveId" clId="{586C3474-D6CD-4DD3-AA88-CAE6A02EC742}" dt="2024-01-25T14:14:34.648" v="3868" actId="47"/>
        <pc:sldMkLst>
          <pc:docMk/>
          <pc:sldMk cId="502009927" sldId="516"/>
        </pc:sldMkLst>
      </pc:sldChg>
      <pc:sldChg chg="del">
        <pc:chgData name="王 zebra" userId="512e36ef2895e492" providerId="LiveId" clId="{586C3474-D6CD-4DD3-AA88-CAE6A02EC742}" dt="2024-01-25T14:14:35.040" v="3869" actId="47"/>
        <pc:sldMkLst>
          <pc:docMk/>
          <pc:sldMk cId="1125842399" sldId="517"/>
        </pc:sldMkLst>
      </pc:sldChg>
      <pc:sldChg chg="del">
        <pc:chgData name="王 zebra" userId="512e36ef2895e492" providerId="LiveId" clId="{586C3474-D6CD-4DD3-AA88-CAE6A02EC742}" dt="2024-01-25T14:14:33.691" v="3866" actId="47"/>
        <pc:sldMkLst>
          <pc:docMk/>
          <pc:sldMk cId="830622506" sldId="518"/>
        </pc:sldMkLst>
      </pc:sldChg>
      <pc:sldChg chg="del">
        <pc:chgData name="王 zebra" userId="512e36ef2895e492" providerId="LiveId" clId="{586C3474-D6CD-4DD3-AA88-CAE6A02EC742}" dt="2024-01-25T14:14:34.099" v="3867" actId="47"/>
        <pc:sldMkLst>
          <pc:docMk/>
          <pc:sldMk cId="4212863272" sldId="519"/>
        </pc:sldMkLst>
      </pc:sldChg>
      <pc:sldChg chg="addSp delSp modSp mod ord modAnim modShow">
        <pc:chgData name="王 zebra" userId="512e36ef2895e492" providerId="LiveId" clId="{586C3474-D6CD-4DD3-AA88-CAE6A02EC742}" dt="2024-01-26T05:36:30.007" v="5661"/>
        <pc:sldMkLst>
          <pc:docMk/>
          <pc:sldMk cId="2938366793" sldId="520"/>
        </pc:sldMkLst>
        <pc:spChg chg="mod">
          <ac:chgData name="王 zebra" userId="512e36ef2895e492" providerId="LiveId" clId="{586C3474-D6CD-4DD3-AA88-CAE6A02EC742}" dt="2024-01-25T12:18:52.213" v="1047" actId="20577"/>
          <ac:spMkLst>
            <pc:docMk/>
            <pc:sldMk cId="2938366793" sldId="520"/>
            <ac:spMk id="2" creationId="{95648C1A-9302-4744-8637-3D0075A57977}"/>
          </ac:spMkLst>
        </pc:spChg>
        <pc:spChg chg="add mod">
          <ac:chgData name="王 zebra" userId="512e36ef2895e492" providerId="LiveId" clId="{586C3474-D6CD-4DD3-AA88-CAE6A02EC742}" dt="2024-01-26T05:36:20.287" v="5660" actId="1076"/>
          <ac:spMkLst>
            <pc:docMk/>
            <pc:sldMk cId="2938366793" sldId="520"/>
            <ac:spMk id="4" creationId="{62FC9396-6C23-4853-B08D-3B92E8A73B8A}"/>
          </ac:spMkLst>
        </pc:spChg>
        <pc:spChg chg="mod">
          <ac:chgData name="王 zebra" userId="512e36ef2895e492" providerId="LiveId" clId="{586C3474-D6CD-4DD3-AA88-CAE6A02EC742}" dt="2024-01-26T03:06:56.180" v="4789" actId="20577"/>
          <ac:spMkLst>
            <pc:docMk/>
            <pc:sldMk cId="2938366793" sldId="520"/>
            <ac:spMk id="7" creationId="{1A6E7D73-DAC5-42EB-B490-07FACA3CD9B8}"/>
          </ac:spMkLst>
        </pc:spChg>
        <pc:spChg chg="mod">
          <ac:chgData name="王 zebra" userId="512e36ef2895e492" providerId="LiveId" clId="{586C3474-D6CD-4DD3-AA88-CAE6A02EC742}" dt="2024-01-25T12:09:47.788" v="671" actId="20577"/>
          <ac:spMkLst>
            <pc:docMk/>
            <pc:sldMk cId="2938366793" sldId="520"/>
            <ac:spMk id="23" creationId="{D4654109-3BAD-4B33-A80D-7B179C6EEFC1}"/>
          </ac:spMkLst>
        </pc:spChg>
        <pc:cxnChg chg="add del">
          <ac:chgData name="王 zebra" userId="512e36ef2895e492" providerId="LiveId" clId="{586C3474-D6CD-4DD3-AA88-CAE6A02EC742}" dt="2024-01-26T05:35:42.981" v="5646" actId="11529"/>
          <ac:cxnSpMkLst>
            <pc:docMk/>
            <pc:sldMk cId="2938366793" sldId="520"/>
            <ac:cxnSpMk id="6" creationId="{9FE46B0B-BA0B-4323-A460-AC25B902B0BA}"/>
          </ac:cxnSpMkLst>
        </pc:cxnChg>
      </pc:sldChg>
      <pc:sldChg chg="addSp delSp modSp add mod ord modAnim">
        <pc:chgData name="王 zebra" userId="512e36ef2895e492" providerId="LiveId" clId="{586C3474-D6CD-4DD3-AA88-CAE6A02EC742}" dt="2024-01-26T03:07:04.477" v="4790"/>
        <pc:sldMkLst>
          <pc:docMk/>
          <pc:sldMk cId="2208426332" sldId="521"/>
        </pc:sldMkLst>
        <pc:spChg chg="mod">
          <ac:chgData name="王 zebra" userId="512e36ef2895e492" providerId="LiveId" clId="{586C3474-D6CD-4DD3-AA88-CAE6A02EC742}" dt="2024-01-25T12:13:03.146" v="745"/>
          <ac:spMkLst>
            <pc:docMk/>
            <pc:sldMk cId="2208426332" sldId="521"/>
            <ac:spMk id="2" creationId="{95648C1A-9302-4744-8637-3D0075A57977}"/>
          </ac:spMkLst>
        </pc:spChg>
        <pc:spChg chg="mod">
          <ac:chgData name="王 zebra" userId="512e36ef2895e492" providerId="LiveId" clId="{586C3474-D6CD-4DD3-AA88-CAE6A02EC742}" dt="2024-01-25T12:17:55.458" v="1032" actId="14100"/>
          <ac:spMkLst>
            <pc:docMk/>
            <pc:sldMk cId="2208426332" sldId="521"/>
            <ac:spMk id="6" creationId="{A557366B-29FF-4A6D-B617-CF6AFCF041ED}"/>
          </ac:spMkLst>
        </pc:spChg>
        <pc:spChg chg="del">
          <ac:chgData name="王 zebra" userId="512e36ef2895e492" providerId="LiveId" clId="{586C3474-D6CD-4DD3-AA88-CAE6A02EC742}" dt="2024-01-26T03:06:50.788" v="4779" actId="478"/>
          <ac:spMkLst>
            <pc:docMk/>
            <pc:sldMk cId="2208426332" sldId="521"/>
            <ac:spMk id="7" creationId="{17AFB258-AC80-42B1-B0F7-012C44AE49F0}"/>
          </ac:spMkLst>
        </pc:spChg>
        <pc:spChg chg="add mod ord">
          <ac:chgData name="王 zebra" userId="512e36ef2895e492" providerId="LiveId" clId="{586C3474-D6CD-4DD3-AA88-CAE6A02EC742}" dt="2024-01-25T12:18:12.313" v="1035" actId="14100"/>
          <ac:spMkLst>
            <pc:docMk/>
            <pc:sldMk cId="2208426332" sldId="521"/>
            <ac:spMk id="9" creationId="{C534AF9F-54C3-44EA-8922-72C8439699CA}"/>
          </ac:spMkLst>
        </pc:spChg>
        <pc:spChg chg="add mod">
          <ac:chgData name="王 zebra" userId="512e36ef2895e492" providerId="LiveId" clId="{586C3474-D6CD-4DD3-AA88-CAE6A02EC742}" dt="2024-01-26T03:07:04.477" v="4790"/>
          <ac:spMkLst>
            <pc:docMk/>
            <pc:sldMk cId="2208426332" sldId="521"/>
            <ac:spMk id="10" creationId="{2CD927AF-F422-444F-934C-378B34519837}"/>
          </ac:spMkLst>
        </pc:spChg>
      </pc:sldChg>
      <pc:sldChg chg="del">
        <pc:chgData name="王 zebra" userId="512e36ef2895e492" providerId="LiveId" clId="{586C3474-D6CD-4DD3-AA88-CAE6A02EC742}" dt="2024-01-25T11:57:14.200" v="151" actId="47"/>
        <pc:sldMkLst>
          <pc:docMk/>
          <pc:sldMk cId="3167778332" sldId="521"/>
        </pc:sldMkLst>
      </pc:sldChg>
      <pc:sldChg chg="del">
        <pc:chgData name="王 zebra" userId="512e36ef2895e492" providerId="LiveId" clId="{586C3474-D6CD-4DD3-AA88-CAE6A02EC742}" dt="2024-01-25T11:57:18.969" v="157" actId="47"/>
        <pc:sldMkLst>
          <pc:docMk/>
          <pc:sldMk cId="999872928" sldId="522"/>
        </pc:sldMkLst>
      </pc:sldChg>
      <pc:sldChg chg="addSp delSp modSp add mod">
        <pc:chgData name="王 zebra" userId="512e36ef2895e492" providerId="LiveId" clId="{586C3474-D6CD-4DD3-AA88-CAE6A02EC742}" dt="2024-01-26T05:29:27.475" v="5533"/>
        <pc:sldMkLst>
          <pc:docMk/>
          <pc:sldMk cId="2730069892" sldId="522"/>
        </pc:sldMkLst>
        <pc:spChg chg="mod">
          <ac:chgData name="王 zebra" userId="512e36ef2895e492" providerId="LiveId" clId="{586C3474-D6CD-4DD3-AA88-CAE6A02EC742}" dt="2024-01-25T12:32:53.184" v="1214" actId="20577"/>
          <ac:spMkLst>
            <pc:docMk/>
            <pc:sldMk cId="2730069892" sldId="522"/>
            <ac:spMk id="2" creationId="{95648C1A-9302-4744-8637-3D0075A57977}"/>
          </ac:spMkLst>
        </pc:spChg>
        <pc:spChg chg="add del">
          <ac:chgData name="王 zebra" userId="512e36ef2895e492" providerId="LiveId" clId="{586C3474-D6CD-4DD3-AA88-CAE6A02EC742}" dt="2024-01-25T13:00:26.770" v="1713"/>
          <ac:spMkLst>
            <pc:docMk/>
            <pc:sldMk cId="2730069892" sldId="522"/>
            <ac:spMk id="4" creationId="{7DF61977-B4D7-40EB-A363-239BC501A666}"/>
          </ac:spMkLst>
        </pc:spChg>
        <pc:spChg chg="mod">
          <ac:chgData name="王 zebra" userId="512e36ef2895e492" providerId="LiveId" clId="{586C3474-D6CD-4DD3-AA88-CAE6A02EC742}" dt="2024-01-25T13:02:28.860" v="1864" actId="15"/>
          <ac:spMkLst>
            <pc:docMk/>
            <pc:sldMk cId="2730069892" sldId="522"/>
            <ac:spMk id="6" creationId="{A557366B-29FF-4A6D-B617-CF6AFCF041ED}"/>
          </ac:spMkLst>
        </pc:spChg>
        <pc:spChg chg="del">
          <ac:chgData name="王 zebra" userId="512e36ef2895e492" providerId="LiveId" clId="{586C3474-D6CD-4DD3-AA88-CAE6A02EC742}" dt="2024-01-25T12:20:30.770" v="1100" actId="478"/>
          <ac:spMkLst>
            <pc:docMk/>
            <pc:sldMk cId="2730069892" sldId="522"/>
            <ac:spMk id="7" creationId="{17AFB258-AC80-42B1-B0F7-012C44AE49F0}"/>
          </ac:spMkLst>
        </pc:spChg>
        <pc:spChg chg="add mod">
          <ac:chgData name="王 zebra" userId="512e36ef2895e492" providerId="LiveId" clId="{586C3474-D6CD-4DD3-AA88-CAE6A02EC742}" dt="2024-01-26T05:29:27.475" v="5533"/>
          <ac:spMkLst>
            <pc:docMk/>
            <pc:sldMk cId="2730069892" sldId="522"/>
            <ac:spMk id="10" creationId="{A291EC76-A4C7-487C-8EB5-C02570E132BF}"/>
          </ac:spMkLst>
        </pc:spChg>
        <pc:picChg chg="add mod">
          <ac:chgData name="王 zebra" userId="512e36ef2895e492" providerId="LiveId" clId="{586C3474-D6CD-4DD3-AA88-CAE6A02EC742}" dt="2024-01-25T13:01:18.802" v="1724" actId="1076"/>
          <ac:picMkLst>
            <pc:docMk/>
            <pc:sldMk cId="2730069892" sldId="522"/>
            <ac:picMk id="1028" creationId="{50E1CDD6-B3D4-428B-A890-30E42669D2F2}"/>
          </ac:picMkLst>
        </pc:picChg>
        <pc:picChg chg="add mod">
          <ac:chgData name="王 zebra" userId="512e36ef2895e492" providerId="LiveId" clId="{586C3474-D6CD-4DD3-AA88-CAE6A02EC742}" dt="2024-01-25T13:01:20.872" v="1725" actId="1076"/>
          <ac:picMkLst>
            <pc:docMk/>
            <pc:sldMk cId="2730069892" sldId="522"/>
            <ac:picMk id="1030" creationId="{1F70D6C2-16E1-4580-A0B0-A2FFD8245478}"/>
          </ac:picMkLst>
        </pc:picChg>
      </pc:sldChg>
      <pc:sldChg chg="addSp delSp modSp add del mod">
        <pc:chgData name="王 zebra" userId="512e36ef2895e492" providerId="LiveId" clId="{586C3474-D6CD-4DD3-AA88-CAE6A02EC742}" dt="2024-01-26T03:07:37.347" v="4795" actId="47"/>
        <pc:sldMkLst>
          <pc:docMk/>
          <pc:sldMk cId="1982684626" sldId="523"/>
        </pc:sldMkLst>
        <pc:spChg chg="mod">
          <ac:chgData name="王 zebra" userId="512e36ef2895e492" providerId="LiveId" clId="{586C3474-D6CD-4DD3-AA88-CAE6A02EC742}" dt="2024-01-25T12:50:55.116" v="1242" actId="20577"/>
          <ac:spMkLst>
            <pc:docMk/>
            <pc:sldMk cId="1982684626" sldId="523"/>
            <ac:spMk id="2" creationId="{95648C1A-9302-4744-8637-3D0075A57977}"/>
          </ac:spMkLst>
        </pc:spChg>
        <pc:spChg chg="mod">
          <ac:chgData name="王 zebra" userId="512e36ef2895e492" providerId="LiveId" clId="{586C3474-D6CD-4DD3-AA88-CAE6A02EC742}" dt="2024-01-25T12:51:03.862" v="1253" actId="20577"/>
          <ac:spMkLst>
            <pc:docMk/>
            <pc:sldMk cId="1982684626" sldId="523"/>
            <ac:spMk id="6" creationId="{A557366B-29FF-4A6D-B617-CF6AFCF041ED}"/>
          </ac:spMkLst>
        </pc:spChg>
        <pc:spChg chg="del">
          <ac:chgData name="王 zebra" userId="512e36ef2895e492" providerId="LiveId" clId="{586C3474-D6CD-4DD3-AA88-CAE6A02EC742}" dt="2024-01-26T03:07:10.287" v="4791" actId="478"/>
          <ac:spMkLst>
            <pc:docMk/>
            <pc:sldMk cId="1982684626" sldId="523"/>
            <ac:spMk id="7" creationId="{17AFB258-AC80-42B1-B0F7-012C44AE49F0}"/>
          </ac:spMkLst>
        </pc:spChg>
        <pc:spChg chg="add mod">
          <ac:chgData name="王 zebra" userId="512e36ef2895e492" providerId="LiveId" clId="{586C3474-D6CD-4DD3-AA88-CAE6A02EC742}" dt="2024-01-26T03:07:10.688" v="4792"/>
          <ac:spMkLst>
            <pc:docMk/>
            <pc:sldMk cId="1982684626" sldId="523"/>
            <ac:spMk id="9" creationId="{5D69CFD6-9101-416C-B1FD-8027456A3D3F}"/>
          </ac:spMkLst>
        </pc:spChg>
      </pc:sldChg>
      <pc:sldChg chg="del">
        <pc:chgData name="王 zebra" userId="512e36ef2895e492" providerId="LiveId" clId="{586C3474-D6CD-4DD3-AA88-CAE6A02EC742}" dt="2024-01-25T11:57:19.733" v="158" actId="47"/>
        <pc:sldMkLst>
          <pc:docMk/>
          <pc:sldMk cId="3568367229" sldId="523"/>
        </pc:sldMkLst>
      </pc:sldChg>
      <pc:sldChg chg="addSp delSp modSp add mod">
        <pc:chgData name="王 zebra" userId="512e36ef2895e492" providerId="LiveId" clId="{586C3474-D6CD-4DD3-AA88-CAE6A02EC742}" dt="2024-01-26T05:28:51.190" v="5507" actId="20577"/>
        <pc:sldMkLst>
          <pc:docMk/>
          <pc:sldMk cId="4058623033" sldId="524"/>
        </pc:sldMkLst>
        <pc:spChg chg="mod">
          <ac:chgData name="王 zebra" userId="512e36ef2895e492" providerId="LiveId" clId="{586C3474-D6CD-4DD3-AA88-CAE6A02EC742}" dt="2024-01-25T12:52:19.340" v="1294" actId="20577"/>
          <ac:spMkLst>
            <pc:docMk/>
            <pc:sldMk cId="4058623033" sldId="524"/>
            <ac:spMk id="2" creationId="{95648C1A-9302-4744-8637-3D0075A57977}"/>
          </ac:spMkLst>
        </pc:spChg>
        <pc:spChg chg="del">
          <ac:chgData name="王 zebra" userId="512e36ef2895e492" providerId="LiveId" clId="{586C3474-D6CD-4DD3-AA88-CAE6A02EC742}" dt="2024-01-25T12:51:31.148" v="1259" actId="478"/>
          <ac:spMkLst>
            <pc:docMk/>
            <pc:sldMk cId="4058623033" sldId="524"/>
            <ac:spMk id="6" creationId="{A557366B-29FF-4A6D-B617-CF6AFCF041ED}"/>
          </ac:spMkLst>
        </pc:spChg>
        <pc:spChg chg="del">
          <ac:chgData name="王 zebra" userId="512e36ef2895e492" providerId="LiveId" clId="{586C3474-D6CD-4DD3-AA88-CAE6A02EC742}" dt="2024-01-25T12:52:40.186" v="1298" actId="478"/>
          <ac:spMkLst>
            <pc:docMk/>
            <pc:sldMk cId="4058623033" sldId="524"/>
            <ac:spMk id="7" creationId="{17AFB258-AC80-42B1-B0F7-012C44AE49F0}"/>
          </ac:spMkLst>
        </pc:spChg>
        <pc:spChg chg="add mod">
          <ac:chgData name="王 zebra" userId="512e36ef2895e492" providerId="LiveId" clId="{586C3474-D6CD-4DD3-AA88-CAE6A02EC742}" dt="2024-01-26T05:28:51.190" v="5507" actId="20577"/>
          <ac:spMkLst>
            <pc:docMk/>
            <pc:sldMk cId="4058623033" sldId="524"/>
            <ac:spMk id="9" creationId="{79797FA1-1A7C-40B8-BF9E-D686FDE4F6D1}"/>
          </ac:spMkLst>
        </pc:spChg>
        <pc:spChg chg="add del">
          <ac:chgData name="王 zebra" userId="512e36ef2895e492" providerId="LiveId" clId="{586C3474-D6CD-4DD3-AA88-CAE6A02EC742}" dt="2024-01-26T05:15:54.244" v="4804" actId="22"/>
          <ac:spMkLst>
            <pc:docMk/>
            <pc:sldMk cId="4058623033" sldId="524"/>
            <ac:spMk id="11" creationId="{BE1557E8-BC56-4E0B-9894-FCCA4FD317B8}"/>
          </ac:spMkLst>
        </pc:spChg>
        <pc:picChg chg="add mod">
          <ac:chgData name="王 zebra" userId="512e36ef2895e492" providerId="LiveId" clId="{586C3474-D6CD-4DD3-AA88-CAE6A02EC742}" dt="2024-01-25T12:52:10.264" v="1282" actId="1076"/>
          <ac:picMkLst>
            <pc:docMk/>
            <pc:sldMk cId="4058623033" sldId="524"/>
            <ac:picMk id="5" creationId="{E24120E5-F9FF-4AC0-A035-40FF97CE3187}"/>
          </ac:picMkLst>
        </pc:picChg>
      </pc:sldChg>
      <pc:sldChg chg="modSp add mod">
        <pc:chgData name="王 zebra" userId="512e36ef2895e492" providerId="LiveId" clId="{586C3474-D6CD-4DD3-AA88-CAE6A02EC742}" dt="2024-01-26T05:15:49.821" v="4801" actId="1076"/>
        <pc:sldMkLst>
          <pc:docMk/>
          <pc:sldMk cId="292809931" sldId="525"/>
        </pc:sldMkLst>
        <pc:spChg chg="mod">
          <ac:chgData name="王 zebra" userId="512e36ef2895e492" providerId="LiveId" clId="{586C3474-D6CD-4DD3-AA88-CAE6A02EC742}" dt="2024-01-26T05:15:49.821" v="4801" actId="1076"/>
          <ac:spMkLst>
            <pc:docMk/>
            <pc:sldMk cId="292809931" sldId="525"/>
            <ac:spMk id="2" creationId="{9BE10A44-04AE-6AD6-8AEC-47882B9F13FB}"/>
          </ac:spMkLst>
        </pc:spChg>
      </pc:sldChg>
      <pc:sldChg chg="modSp add del mod">
        <pc:chgData name="王 zebra" userId="512e36ef2895e492" providerId="LiveId" clId="{586C3474-D6CD-4DD3-AA88-CAE6A02EC742}" dt="2024-01-26T05:16:12.931" v="4809" actId="47"/>
        <pc:sldMkLst>
          <pc:docMk/>
          <pc:sldMk cId="3074929204" sldId="526"/>
        </pc:sldMkLst>
        <pc:spChg chg="mod">
          <ac:chgData name="王 zebra" userId="512e36ef2895e492" providerId="LiveId" clId="{586C3474-D6CD-4DD3-AA88-CAE6A02EC742}" dt="2024-01-26T03:08:14.337" v="4800" actId="207"/>
          <ac:spMkLst>
            <pc:docMk/>
            <pc:sldMk cId="3074929204" sldId="526"/>
            <ac:spMk id="6" creationId="{7ADB2C1D-9765-43B5-807B-51A0E46D9B90}"/>
          </ac:spMkLst>
        </pc:spChg>
        <pc:spChg chg="mod">
          <ac:chgData name="王 zebra" userId="512e36ef2895e492" providerId="LiveId" clId="{586C3474-D6CD-4DD3-AA88-CAE6A02EC742}" dt="2024-01-26T03:08:08.775" v="4799" actId="207"/>
          <ac:spMkLst>
            <pc:docMk/>
            <pc:sldMk cId="3074929204" sldId="526"/>
            <ac:spMk id="7" creationId="{ECE31F92-1261-4C1B-AC71-DBDCE9259D2D}"/>
          </ac:spMkLst>
        </pc:spChg>
      </pc:sldChg>
      <pc:sldChg chg="addSp delSp modSp add mod">
        <pc:chgData name="王 zebra" userId="512e36ef2895e492" providerId="LiveId" clId="{586C3474-D6CD-4DD3-AA88-CAE6A02EC742}" dt="2024-01-26T05:28:57.190" v="5509"/>
        <pc:sldMkLst>
          <pc:docMk/>
          <pc:sldMk cId="2571721164" sldId="527"/>
        </pc:sldMkLst>
        <pc:spChg chg="mod">
          <ac:chgData name="王 zebra" userId="512e36ef2895e492" providerId="LiveId" clId="{586C3474-D6CD-4DD3-AA88-CAE6A02EC742}" dt="2024-01-25T12:53:02.467" v="1333" actId="20577"/>
          <ac:spMkLst>
            <pc:docMk/>
            <pc:sldMk cId="2571721164" sldId="527"/>
            <ac:spMk id="2" creationId="{95648C1A-9302-4744-8637-3D0075A57977}"/>
          </ac:spMkLst>
        </pc:spChg>
        <pc:spChg chg="del">
          <ac:chgData name="王 zebra" userId="512e36ef2895e492" providerId="LiveId" clId="{586C3474-D6CD-4DD3-AA88-CAE6A02EC742}" dt="2024-01-25T12:52:38.851" v="1297" actId="478"/>
          <ac:spMkLst>
            <pc:docMk/>
            <pc:sldMk cId="2571721164" sldId="527"/>
            <ac:spMk id="7" creationId="{17AFB258-AC80-42B1-B0F7-012C44AE49F0}"/>
          </ac:spMkLst>
        </pc:spChg>
        <pc:spChg chg="del">
          <ac:chgData name="王 zebra" userId="512e36ef2895e492" providerId="LiveId" clId="{586C3474-D6CD-4DD3-AA88-CAE6A02EC742}" dt="2024-01-25T12:52:37.684" v="1296" actId="478"/>
          <ac:spMkLst>
            <pc:docMk/>
            <pc:sldMk cId="2571721164" sldId="527"/>
            <ac:spMk id="8" creationId="{F809EADC-1E9F-4DFB-8DDD-BB4020E553E5}"/>
          </ac:spMkLst>
        </pc:spChg>
        <pc:spChg chg="add del mod">
          <ac:chgData name="王 zebra" userId="512e36ef2895e492" providerId="LiveId" clId="{586C3474-D6CD-4DD3-AA88-CAE6A02EC742}" dt="2024-01-26T05:28:54.334" v="5508" actId="478"/>
          <ac:spMkLst>
            <pc:docMk/>
            <pc:sldMk cId="2571721164" sldId="527"/>
            <ac:spMk id="15" creationId="{9A9CD19C-560D-4C7B-B935-E82C0ABA032D}"/>
          </ac:spMkLst>
        </pc:spChg>
        <pc:spChg chg="add mod">
          <ac:chgData name="王 zebra" userId="512e36ef2895e492" providerId="LiveId" clId="{586C3474-D6CD-4DD3-AA88-CAE6A02EC742}" dt="2024-01-26T05:28:57.190" v="5509"/>
          <ac:spMkLst>
            <pc:docMk/>
            <pc:sldMk cId="2571721164" sldId="527"/>
            <ac:spMk id="16" creationId="{55C71D75-F7BD-4358-ABF0-24D92B7944CB}"/>
          </ac:spMkLst>
        </pc:spChg>
        <pc:picChg chg="del">
          <ac:chgData name="王 zebra" userId="512e36ef2895e492" providerId="LiveId" clId="{586C3474-D6CD-4DD3-AA88-CAE6A02EC742}" dt="2024-01-25T12:53:24.764" v="1334" actId="478"/>
          <ac:picMkLst>
            <pc:docMk/>
            <pc:sldMk cId="2571721164" sldId="527"/>
            <ac:picMk id="5" creationId="{E24120E5-F9FF-4AC0-A035-40FF97CE3187}"/>
          </ac:picMkLst>
        </pc:picChg>
        <pc:picChg chg="add del mod">
          <ac:chgData name="王 zebra" userId="512e36ef2895e492" providerId="LiveId" clId="{586C3474-D6CD-4DD3-AA88-CAE6A02EC742}" dt="2024-01-25T12:53:37.498" v="1340" actId="478"/>
          <ac:picMkLst>
            <pc:docMk/>
            <pc:sldMk cId="2571721164" sldId="527"/>
            <ac:picMk id="6" creationId="{5AAB01C9-1AD8-490B-9A47-BCA663F466D0}"/>
          </ac:picMkLst>
        </pc:picChg>
        <pc:picChg chg="add mod ord">
          <ac:chgData name="王 zebra" userId="512e36ef2895e492" providerId="LiveId" clId="{586C3474-D6CD-4DD3-AA88-CAE6A02EC742}" dt="2024-01-25T12:54:02.665" v="1349" actId="14100"/>
          <ac:picMkLst>
            <pc:docMk/>
            <pc:sldMk cId="2571721164" sldId="527"/>
            <ac:picMk id="10" creationId="{CF22DEEC-03E4-4B38-9DFE-7852FBD1FB63}"/>
          </ac:picMkLst>
        </pc:picChg>
        <pc:picChg chg="add mod">
          <ac:chgData name="王 zebra" userId="512e36ef2895e492" providerId="LiveId" clId="{586C3474-D6CD-4DD3-AA88-CAE6A02EC742}" dt="2024-01-25T12:53:50.697" v="1342" actId="1076"/>
          <ac:picMkLst>
            <pc:docMk/>
            <pc:sldMk cId="2571721164" sldId="527"/>
            <ac:picMk id="12" creationId="{DB1F8570-475C-4BD4-B9E2-7E5961472DC5}"/>
          </ac:picMkLst>
        </pc:picChg>
        <pc:picChg chg="add del">
          <ac:chgData name="王 zebra" userId="512e36ef2895e492" providerId="LiveId" clId="{586C3474-D6CD-4DD3-AA88-CAE6A02EC742}" dt="2024-01-25T12:54:10.107" v="1351" actId="22"/>
          <ac:picMkLst>
            <pc:docMk/>
            <pc:sldMk cId="2571721164" sldId="527"/>
            <ac:picMk id="14" creationId="{9DA6B9F1-BEED-4B94-92A1-48DD140E9C31}"/>
          </ac:picMkLst>
        </pc:picChg>
      </pc:sldChg>
      <pc:sldChg chg="addSp delSp modSp add mod">
        <pc:chgData name="王 zebra" userId="512e36ef2895e492" providerId="LiveId" clId="{586C3474-D6CD-4DD3-AA88-CAE6A02EC742}" dt="2024-01-26T05:28:57.938" v="5510"/>
        <pc:sldMkLst>
          <pc:docMk/>
          <pc:sldMk cId="1460625110" sldId="528"/>
        </pc:sldMkLst>
        <pc:spChg chg="mod">
          <ac:chgData name="王 zebra" userId="512e36ef2895e492" providerId="LiveId" clId="{586C3474-D6CD-4DD3-AA88-CAE6A02EC742}" dt="2024-01-26T02:08:34.789" v="3926" actId="20577"/>
          <ac:spMkLst>
            <pc:docMk/>
            <pc:sldMk cId="1460625110" sldId="528"/>
            <ac:spMk id="2" creationId="{95648C1A-9302-4744-8637-3D0075A57977}"/>
          </ac:spMkLst>
        </pc:spChg>
        <pc:spChg chg="add mod">
          <ac:chgData name="王 zebra" userId="512e36ef2895e492" providerId="LiveId" clId="{586C3474-D6CD-4DD3-AA88-CAE6A02EC742}" dt="2024-01-26T05:28:57.938" v="5510"/>
          <ac:spMkLst>
            <pc:docMk/>
            <pc:sldMk cId="1460625110" sldId="528"/>
            <ac:spMk id="8" creationId="{95F979F3-4FD9-4AA4-B4E2-A6793A7566B6}"/>
          </ac:spMkLst>
        </pc:spChg>
        <pc:picChg chg="add mod">
          <ac:chgData name="王 zebra" userId="512e36ef2895e492" providerId="LiveId" clId="{586C3474-D6CD-4DD3-AA88-CAE6A02EC742}" dt="2024-01-25T12:55:11.031" v="1376" actId="1076"/>
          <ac:picMkLst>
            <pc:docMk/>
            <pc:sldMk cId="1460625110" sldId="528"/>
            <ac:picMk id="5" creationId="{0750004E-B0A7-49A6-AD7B-22F6356DCCD0}"/>
          </ac:picMkLst>
        </pc:picChg>
        <pc:picChg chg="del mod">
          <ac:chgData name="王 zebra" userId="512e36ef2895e492" providerId="LiveId" clId="{586C3474-D6CD-4DD3-AA88-CAE6A02EC742}" dt="2024-01-25T12:55:07.307" v="1375" actId="478"/>
          <ac:picMkLst>
            <pc:docMk/>
            <pc:sldMk cId="1460625110" sldId="528"/>
            <ac:picMk id="10" creationId="{CF22DEEC-03E4-4B38-9DFE-7852FBD1FB63}"/>
          </ac:picMkLst>
        </pc:picChg>
        <pc:picChg chg="del mod">
          <ac:chgData name="王 zebra" userId="512e36ef2895e492" providerId="LiveId" clId="{586C3474-D6CD-4DD3-AA88-CAE6A02EC742}" dt="2024-01-25T12:54:41.098" v="1371" actId="478"/>
          <ac:picMkLst>
            <pc:docMk/>
            <pc:sldMk cId="1460625110" sldId="528"/>
            <ac:picMk id="12" creationId="{DB1F8570-475C-4BD4-B9E2-7E5961472DC5}"/>
          </ac:picMkLst>
        </pc:picChg>
      </pc:sldChg>
      <pc:sldChg chg="addSp delSp modSp add mod">
        <pc:chgData name="王 zebra" userId="512e36ef2895e492" providerId="LiveId" clId="{586C3474-D6CD-4DD3-AA88-CAE6A02EC742}" dt="2024-01-26T05:28:58.900" v="5511"/>
        <pc:sldMkLst>
          <pc:docMk/>
          <pc:sldMk cId="3226301551" sldId="529"/>
        </pc:sldMkLst>
        <pc:spChg chg="mod">
          <ac:chgData name="王 zebra" userId="512e36ef2895e492" providerId="LiveId" clId="{586C3474-D6CD-4DD3-AA88-CAE6A02EC742}" dt="2024-01-26T02:08:48.719" v="3927"/>
          <ac:spMkLst>
            <pc:docMk/>
            <pc:sldMk cId="3226301551" sldId="529"/>
            <ac:spMk id="2" creationId="{95648C1A-9302-4744-8637-3D0075A57977}"/>
          </ac:spMkLst>
        </pc:spChg>
        <pc:spChg chg="add mod">
          <ac:chgData name="王 zebra" userId="512e36ef2895e492" providerId="LiveId" clId="{586C3474-D6CD-4DD3-AA88-CAE6A02EC742}" dt="2024-01-26T05:28:58.900" v="5511"/>
          <ac:spMkLst>
            <pc:docMk/>
            <pc:sldMk cId="3226301551" sldId="529"/>
            <ac:spMk id="9" creationId="{7BE131E0-76B5-4E51-9A7F-1C77A79CF902}"/>
          </ac:spMkLst>
        </pc:spChg>
        <pc:picChg chg="del">
          <ac:chgData name="王 zebra" userId="512e36ef2895e492" providerId="LiveId" clId="{586C3474-D6CD-4DD3-AA88-CAE6A02EC742}" dt="2024-01-25T12:55:38.522" v="1378" actId="478"/>
          <ac:picMkLst>
            <pc:docMk/>
            <pc:sldMk cId="3226301551" sldId="529"/>
            <ac:picMk id="5" creationId="{0750004E-B0A7-49A6-AD7B-22F6356DCCD0}"/>
          </ac:picMkLst>
        </pc:picChg>
        <pc:picChg chg="add mod">
          <ac:chgData name="王 zebra" userId="512e36ef2895e492" providerId="LiveId" clId="{586C3474-D6CD-4DD3-AA88-CAE6A02EC742}" dt="2024-01-25T12:56:00.608" v="1382" actId="1076"/>
          <ac:picMkLst>
            <pc:docMk/>
            <pc:sldMk cId="3226301551" sldId="529"/>
            <ac:picMk id="6" creationId="{1B71CB45-4EAF-402D-BDB8-103DA6E33029}"/>
          </ac:picMkLst>
        </pc:picChg>
        <pc:picChg chg="add del">
          <ac:chgData name="王 zebra" userId="512e36ef2895e492" providerId="LiveId" clId="{586C3474-D6CD-4DD3-AA88-CAE6A02EC742}" dt="2024-01-25T12:56:11.067" v="1384" actId="478"/>
          <ac:picMkLst>
            <pc:docMk/>
            <pc:sldMk cId="3226301551" sldId="529"/>
            <ac:picMk id="8" creationId="{512921F3-B43E-4926-895B-A50D0024CECE}"/>
          </ac:picMkLst>
        </pc:picChg>
      </pc:sldChg>
      <pc:sldChg chg="add del">
        <pc:chgData name="王 zebra" userId="512e36ef2895e492" providerId="LiveId" clId="{586C3474-D6CD-4DD3-AA88-CAE6A02EC742}" dt="2024-01-25T12:55:39.726" v="1380"/>
        <pc:sldMkLst>
          <pc:docMk/>
          <pc:sldMk cId="2032511919" sldId="530"/>
        </pc:sldMkLst>
      </pc:sldChg>
      <pc:sldChg chg="addSp delSp modSp add mod">
        <pc:chgData name="王 zebra" userId="512e36ef2895e492" providerId="LiveId" clId="{586C3474-D6CD-4DD3-AA88-CAE6A02EC742}" dt="2024-01-26T05:28:59.883" v="5512"/>
        <pc:sldMkLst>
          <pc:docMk/>
          <pc:sldMk cId="4223469013" sldId="530"/>
        </pc:sldMkLst>
        <pc:spChg chg="mod">
          <ac:chgData name="王 zebra" userId="512e36ef2895e492" providerId="LiveId" clId="{586C3474-D6CD-4DD3-AA88-CAE6A02EC742}" dt="2024-01-26T02:08:51.613" v="3928"/>
          <ac:spMkLst>
            <pc:docMk/>
            <pc:sldMk cId="4223469013" sldId="530"/>
            <ac:spMk id="2" creationId="{95648C1A-9302-4744-8637-3D0075A57977}"/>
          </ac:spMkLst>
        </pc:spChg>
        <pc:spChg chg="add mod">
          <ac:chgData name="王 zebra" userId="512e36ef2895e492" providerId="LiveId" clId="{586C3474-D6CD-4DD3-AA88-CAE6A02EC742}" dt="2024-01-26T05:28:59.883" v="5512"/>
          <ac:spMkLst>
            <pc:docMk/>
            <pc:sldMk cId="4223469013" sldId="530"/>
            <ac:spMk id="7" creationId="{6EFA9AAB-B30F-417C-B2A9-E32BA64469C7}"/>
          </ac:spMkLst>
        </pc:spChg>
        <pc:picChg chg="add mod">
          <ac:chgData name="王 zebra" userId="512e36ef2895e492" providerId="LiveId" clId="{586C3474-D6CD-4DD3-AA88-CAE6A02EC742}" dt="2024-01-25T12:56:34.558" v="1388" actId="1076"/>
          <ac:picMkLst>
            <pc:docMk/>
            <pc:sldMk cId="4223469013" sldId="530"/>
            <ac:picMk id="5" creationId="{4151F1E7-DA3D-444C-82F9-74C6F6396F93}"/>
          </ac:picMkLst>
        </pc:picChg>
        <pc:picChg chg="del">
          <ac:chgData name="王 zebra" userId="512e36ef2895e492" providerId="LiveId" clId="{586C3474-D6CD-4DD3-AA88-CAE6A02EC742}" dt="2024-01-25T12:56:13.947" v="1386" actId="478"/>
          <ac:picMkLst>
            <pc:docMk/>
            <pc:sldMk cId="4223469013" sldId="530"/>
            <ac:picMk id="6" creationId="{1B71CB45-4EAF-402D-BDB8-103DA6E33029}"/>
          </ac:picMkLst>
        </pc:picChg>
      </pc:sldChg>
      <pc:sldChg chg="add del">
        <pc:chgData name="王 zebra" userId="512e36ef2895e492" providerId="LiveId" clId="{586C3474-D6CD-4DD3-AA88-CAE6A02EC742}" dt="2024-01-25T12:56:50.556" v="1390"/>
        <pc:sldMkLst>
          <pc:docMk/>
          <pc:sldMk cId="2351119906" sldId="531"/>
        </pc:sldMkLst>
      </pc:sldChg>
      <pc:sldChg chg="addSp delSp modSp add mod ord">
        <pc:chgData name="王 zebra" userId="512e36ef2895e492" providerId="LiveId" clId="{586C3474-D6CD-4DD3-AA88-CAE6A02EC742}" dt="2024-01-26T05:43:21.156" v="5854" actId="20577"/>
        <pc:sldMkLst>
          <pc:docMk/>
          <pc:sldMk cId="2360464525" sldId="531"/>
        </pc:sldMkLst>
        <pc:spChg chg="mod">
          <ac:chgData name="王 zebra" userId="512e36ef2895e492" providerId="LiveId" clId="{586C3474-D6CD-4DD3-AA88-CAE6A02EC742}" dt="2024-01-25T12:57:16.482" v="1416" actId="20577"/>
          <ac:spMkLst>
            <pc:docMk/>
            <pc:sldMk cId="2360464525" sldId="531"/>
            <ac:spMk id="2" creationId="{95648C1A-9302-4744-8637-3D0075A57977}"/>
          </ac:spMkLst>
        </pc:spChg>
        <pc:spChg chg="mod">
          <ac:chgData name="王 zebra" userId="512e36ef2895e492" providerId="LiveId" clId="{586C3474-D6CD-4DD3-AA88-CAE6A02EC742}" dt="2024-01-26T05:43:21.156" v="5854" actId="20577"/>
          <ac:spMkLst>
            <pc:docMk/>
            <pc:sldMk cId="2360464525" sldId="531"/>
            <ac:spMk id="6" creationId="{A557366B-29FF-4A6D-B617-CF6AFCF041ED}"/>
          </ac:spMkLst>
        </pc:spChg>
        <pc:spChg chg="del">
          <ac:chgData name="王 zebra" userId="512e36ef2895e492" providerId="LiveId" clId="{586C3474-D6CD-4DD3-AA88-CAE6A02EC742}" dt="2024-01-25T12:58:16.770" v="1584" actId="478"/>
          <ac:spMkLst>
            <pc:docMk/>
            <pc:sldMk cId="2360464525" sldId="531"/>
            <ac:spMk id="7" creationId="{17AFB258-AC80-42B1-B0F7-012C44AE49F0}"/>
          </ac:spMkLst>
        </pc:spChg>
        <pc:spChg chg="add mod">
          <ac:chgData name="王 zebra" userId="512e36ef2895e492" providerId="LiveId" clId="{586C3474-D6CD-4DD3-AA88-CAE6A02EC742}" dt="2024-01-26T05:29:01.875" v="5513"/>
          <ac:spMkLst>
            <pc:docMk/>
            <pc:sldMk cId="2360464525" sldId="531"/>
            <ac:spMk id="9" creationId="{D8187CEC-6843-4319-BA8A-71A81F1F2293}"/>
          </ac:spMkLst>
        </pc:spChg>
      </pc:sldChg>
      <pc:sldChg chg="addSp delSp modSp add mod ord">
        <pc:chgData name="王 zebra" userId="512e36ef2895e492" providerId="LiveId" clId="{586C3474-D6CD-4DD3-AA88-CAE6A02EC742}" dt="2024-01-26T05:30:40.948" v="5540"/>
        <pc:sldMkLst>
          <pc:docMk/>
          <pc:sldMk cId="1057176820" sldId="532"/>
        </pc:sldMkLst>
        <pc:spChg chg="mod">
          <ac:chgData name="王 zebra" userId="512e36ef2895e492" providerId="LiveId" clId="{586C3474-D6CD-4DD3-AA88-CAE6A02EC742}" dt="2024-01-25T13:10:41.024" v="1898" actId="20577"/>
          <ac:spMkLst>
            <pc:docMk/>
            <pc:sldMk cId="1057176820" sldId="532"/>
            <ac:spMk id="2" creationId="{95648C1A-9302-4744-8637-3D0075A57977}"/>
          </ac:spMkLst>
        </pc:spChg>
        <pc:spChg chg="mod">
          <ac:chgData name="王 zebra" userId="512e36ef2895e492" providerId="LiveId" clId="{586C3474-D6CD-4DD3-AA88-CAE6A02EC742}" dt="2024-01-26T02:16:28.968" v="3934" actId="1076"/>
          <ac:spMkLst>
            <pc:docMk/>
            <pc:sldMk cId="1057176820" sldId="532"/>
            <ac:spMk id="6" creationId="{A557366B-29FF-4A6D-B617-CF6AFCF041ED}"/>
          </ac:spMkLst>
        </pc:spChg>
        <pc:spChg chg="del mod">
          <ac:chgData name="王 zebra" userId="512e36ef2895e492" providerId="LiveId" clId="{586C3474-D6CD-4DD3-AA88-CAE6A02EC742}" dt="2024-01-26T02:16:06.725" v="3930" actId="478"/>
          <ac:spMkLst>
            <pc:docMk/>
            <pc:sldMk cId="1057176820" sldId="532"/>
            <ac:spMk id="8" creationId="{F809EADC-1E9F-4DFB-8DDD-BB4020E553E5}"/>
          </ac:spMkLst>
        </pc:spChg>
        <pc:spChg chg="add mod">
          <ac:chgData name="王 zebra" userId="512e36ef2895e492" providerId="LiveId" clId="{586C3474-D6CD-4DD3-AA88-CAE6A02EC742}" dt="2024-01-25T13:20:08.907" v="2461" actId="207"/>
          <ac:spMkLst>
            <pc:docMk/>
            <pc:sldMk cId="1057176820" sldId="532"/>
            <ac:spMk id="9" creationId="{15D1E981-04B9-4C06-9EB0-436787D86238}"/>
          </ac:spMkLst>
        </pc:spChg>
        <pc:spChg chg="add mod">
          <ac:chgData name="王 zebra" userId="512e36ef2895e492" providerId="LiveId" clId="{586C3474-D6CD-4DD3-AA88-CAE6A02EC742}" dt="2024-01-25T13:20:14.465" v="2463" actId="207"/>
          <ac:spMkLst>
            <pc:docMk/>
            <pc:sldMk cId="1057176820" sldId="532"/>
            <ac:spMk id="10" creationId="{09E70AA6-F3DB-4BBF-ACE5-6C41EDDD79F4}"/>
          </ac:spMkLst>
        </pc:spChg>
        <pc:spChg chg="add mod">
          <ac:chgData name="王 zebra" userId="512e36ef2895e492" providerId="LiveId" clId="{586C3474-D6CD-4DD3-AA88-CAE6A02EC742}" dt="2024-01-26T02:16:25.137" v="3932" actId="207"/>
          <ac:spMkLst>
            <pc:docMk/>
            <pc:sldMk cId="1057176820" sldId="532"/>
            <ac:spMk id="11" creationId="{5B474AEB-2947-4A73-9983-024B81CDF0A0}"/>
          </ac:spMkLst>
        </pc:spChg>
        <pc:spChg chg="add mod">
          <ac:chgData name="王 zebra" userId="512e36ef2895e492" providerId="LiveId" clId="{586C3474-D6CD-4DD3-AA88-CAE6A02EC742}" dt="2024-01-26T05:29:08.423" v="5524" actId="20577"/>
          <ac:spMkLst>
            <pc:docMk/>
            <pc:sldMk cId="1057176820" sldId="532"/>
            <ac:spMk id="15" creationId="{9F01F222-A838-4689-8B10-C826DB47A315}"/>
          </ac:spMkLst>
        </pc:spChg>
        <pc:picChg chg="add del">
          <ac:chgData name="王 zebra" userId="512e36ef2895e492" providerId="LiveId" clId="{586C3474-D6CD-4DD3-AA88-CAE6A02EC742}" dt="2024-01-25T13:14:17.222" v="2395" actId="22"/>
          <ac:picMkLst>
            <pc:docMk/>
            <pc:sldMk cId="1057176820" sldId="532"/>
            <ac:picMk id="5" creationId="{FAA9E4E9-F057-4FFC-A26A-2170BCD72A90}"/>
          </ac:picMkLst>
        </pc:picChg>
        <pc:cxnChg chg="add mod">
          <ac:chgData name="王 zebra" userId="512e36ef2895e492" providerId="LiveId" clId="{586C3474-D6CD-4DD3-AA88-CAE6A02EC742}" dt="2024-01-26T02:16:28.434" v="3933" actId="208"/>
          <ac:cxnSpMkLst>
            <pc:docMk/>
            <pc:sldMk cId="1057176820" sldId="532"/>
            <ac:cxnSpMk id="13" creationId="{47BEFEDE-E18B-4951-8A64-222455F616AA}"/>
          </ac:cxnSpMkLst>
        </pc:cxnChg>
        <pc:cxnChg chg="add mod">
          <ac:chgData name="王 zebra" userId="512e36ef2895e492" providerId="LiveId" clId="{586C3474-D6CD-4DD3-AA88-CAE6A02EC742}" dt="2024-01-26T02:16:20.279" v="3931" actId="208"/>
          <ac:cxnSpMkLst>
            <pc:docMk/>
            <pc:sldMk cId="1057176820" sldId="532"/>
            <ac:cxnSpMk id="14" creationId="{ADA4361B-F6FB-465B-A251-86C272B19453}"/>
          </ac:cxnSpMkLst>
        </pc:cxnChg>
      </pc:sldChg>
      <pc:sldChg chg="addSp delSp modSp add mod">
        <pc:chgData name="王 zebra" userId="512e36ef2895e492" providerId="LiveId" clId="{586C3474-D6CD-4DD3-AA88-CAE6A02EC742}" dt="2024-01-26T05:29:12.383" v="5525"/>
        <pc:sldMkLst>
          <pc:docMk/>
          <pc:sldMk cId="348194967" sldId="533"/>
        </pc:sldMkLst>
        <pc:spChg chg="del mod">
          <ac:chgData name="王 zebra" userId="512e36ef2895e492" providerId="LiveId" clId="{586C3474-D6CD-4DD3-AA88-CAE6A02EC742}" dt="2024-01-25T13:21:09.908" v="2468" actId="478"/>
          <ac:spMkLst>
            <pc:docMk/>
            <pc:sldMk cId="348194967" sldId="533"/>
            <ac:spMk id="6" creationId="{A557366B-29FF-4A6D-B617-CF6AFCF041ED}"/>
          </ac:spMkLst>
        </pc:spChg>
        <pc:spChg chg="add mod">
          <ac:chgData name="王 zebra" userId="512e36ef2895e492" providerId="LiveId" clId="{586C3474-D6CD-4DD3-AA88-CAE6A02EC742}" dt="2024-01-26T02:16:43.679" v="3936" actId="20577"/>
          <ac:spMkLst>
            <pc:docMk/>
            <pc:sldMk cId="348194967" sldId="533"/>
            <ac:spMk id="9" creationId="{EAC8527F-1778-492E-A3C7-9A441F16781D}"/>
          </ac:spMkLst>
        </pc:spChg>
        <pc:spChg chg="add mod">
          <ac:chgData name="王 zebra" userId="512e36ef2895e492" providerId="LiveId" clId="{586C3474-D6CD-4DD3-AA88-CAE6A02EC742}" dt="2024-01-26T05:29:12.383" v="5525"/>
          <ac:spMkLst>
            <pc:docMk/>
            <pc:sldMk cId="348194967" sldId="533"/>
            <ac:spMk id="10" creationId="{EB3BBA99-35D7-4275-89ED-C2A5F1330E52}"/>
          </ac:spMkLst>
        </pc:spChg>
        <pc:picChg chg="add mod">
          <ac:chgData name="王 zebra" userId="512e36ef2895e492" providerId="LiveId" clId="{586C3474-D6CD-4DD3-AA88-CAE6A02EC742}" dt="2024-01-25T13:22:26.622" v="2503" actId="1076"/>
          <ac:picMkLst>
            <pc:docMk/>
            <pc:sldMk cId="348194967" sldId="533"/>
            <ac:picMk id="5" creationId="{5B5F6FE2-33AA-4681-B7C4-7E3FCA98E3EB}"/>
          </ac:picMkLst>
        </pc:picChg>
      </pc:sldChg>
      <pc:sldChg chg="add del">
        <pc:chgData name="王 zebra" userId="512e36ef2895e492" providerId="LiveId" clId="{586C3474-D6CD-4DD3-AA88-CAE6A02EC742}" dt="2024-01-25T13:14:20.956" v="2397" actId="47"/>
        <pc:sldMkLst>
          <pc:docMk/>
          <pc:sldMk cId="3654802355" sldId="533"/>
        </pc:sldMkLst>
      </pc:sldChg>
      <pc:sldChg chg="addSp delSp modSp add mod">
        <pc:chgData name="王 zebra" userId="512e36ef2895e492" providerId="LiveId" clId="{586C3474-D6CD-4DD3-AA88-CAE6A02EC742}" dt="2024-01-26T05:29:13.978" v="5526"/>
        <pc:sldMkLst>
          <pc:docMk/>
          <pc:sldMk cId="202319900" sldId="534"/>
        </pc:sldMkLst>
        <pc:spChg chg="mod">
          <ac:chgData name="王 zebra" userId="512e36ef2895e492" providerId="LiveId" clId="{586C3474-D6CD-4DD3-AA88-CAE6A02EC742}" dt="2024-01-25T13:24:27.051" v="2837" actId="20577"/>
          <ac:spMkLst>
            <pc:docMk/>
            <pc:sldMk cId="202319900" sldId="534"/>
            <ac:spMk id="2" creationId="{95648C1A-9302-4744-8637-3D0075A57977}"/>
          </ac:spMkLst>
        </pc:spChg>
        <pc:spChg chg="add mod">
          <ac:chgData name="王 zebra" userId="512e36ef2895e492" providerId="LiveId" clId="{586C3474-D6CD-4DD3-AA88-CAE6A02EC742}" dt="2024-01-25T13:27:38.785" v="2914" actId="14100"/>
          <ac:spMkLst>
            <pc:docMk/>
            <pc:sldMk cId="202319900" sldId="534"/>
            <ac:spMk id="7" creationId="{FBABC736-C7E3-4465-A96F-BDCAF49F0B6C}"/>
          </ac:spMkLst>
        </pc:spChg>
        <pc:spChg chg="del">
          <ac:chgData name="王 zebra" userId="512e36ef2895e492" providerId="LiveId" clId="{586C3474-D6CD-4DD3-AA88-CAE6A02EC742}" dt="2024-01-25T13:24:31.354" v="2838" actId="478"/>
          <ac:spMkLst>
            <pc:docMk/>
            <pc:sldMk cId="202319900" sldId="534"/>
            <ac:spMk id="9" creationId="{EAC8527F-1778-492E-A3C7-9A441F16781D}"/>
          </ac:spMkLst>
        </pc:spChg>
        <pc:spChg chg="add mod">
          <ac:chgData name="王 zebra" userId="512e36ef2895e492" providerId="LiveId" clId="{586C3474-D6CD-4DD3-AA88-CAE6A02EC742}" dt="2024-01-26T05:29:13.978" v="5526"/>
          <ac:spMkLst>
            <pc:docMk/>
            <pc:sldMk cId="202319900" sldId="534"/>
            <ac:spMk id="10" creationId="{B61B2625-8B79-4911-B0D7-163FFF252AC2}"/>
          </ac:spMkLst>
        </pc:spChg>
        <pc:picChg chg="del">
          <ac:chgData name="王 zebra" userId="512e36ef2895e492" providerId="LiveId" clId="{586C3474-D6CD-4DD3-AA88-CAE6A02EC742}" dt="2024-01-25T13:24:32.004" v="2839" actId="478"/>
          <ac:picMkLst>
            <pc:docMk/>
            <pc:sldMk cId="202319900" sldId="534"/>
            <ac:picMk id="5" creationId="{5B5F6FE2-33AA-4681-B7C4-7E3FCA98E3EB}"/>
          </ac:picMkLst>
        </pc:picChg>
        <pc:picChg chg="add mod">
          <ac:chgData name="王 zebra" userId="512e36ef2895e492" providerId="LiveId" clId="{586C3474-D6CD-4DD3-AA88-CAE6A02EC742}" dt="2024-01-25T13:27:34.187" v="2913" actId="1076"/>
          <ac:picMkLst>
            <pc:docMk/>
            <pc:sldMk cId="202319900" sldId="534"/>
            <ac:picMk id="6" creationId="{217BFF73-E5FD-4666-A10D-21EE83F57068}"/>
          </ac:picMkLst>
        </pc:picChg>
      </pc:sldChg>
      <pc:sldChg chg="addSp delSp modSp add mod">
        <pc:chgData name="王 zebra" userId="512e36ef2895e492" providerId="LiveId" clId="{586C3474-D6CD-4DD3-AA88-CAE6A02EC742}" dt="2024-01-26T05:32:47.567" v="5573" actId="20577"/>
        <pc:sldMkLst>
          <pc:docMk/>
          <pc:sldMk cId="646710263" sldId="535"/>
        </pc:sldMkLst>
        <pc:spChg chg="mod">
          <ac:chgData name="王 zebra" userId="512e36ef2895e492" providerId="LiveId" clId="{586C3474-D6CD-4DD3-AA88-CAE6A02EC742}" dt="2024-01-26T05:32:47.567" v="5573" actId="20577"/>
          <ac:spMkLst>
            <pc:docMk/>
            <pc:sldMk cId="646710263" sldId="535"/>
            <ac:spMk id="2" creationId="{95648C1A-9302-4744-8637-3D0075A57977}"/>
          </ac:spMkLst>
        </pc:spChg>
        <pc:spChg chg="mod">
          <ac:chgData name="王 zebra" userId="512e36ef2895e492" providerId="LiveId" clId="{586C3474-D6CD-4DD3-AA88-CAE6A02EC742}" dt="2024-01-25T13:29:54.704" v="3184" actId="20577"/>
          <ac:spMkLst>
            <pc:docMk/>
            <pc:sldMk cId="646710263" sldId="535"/>
            <ac:spMk id="7" creationId="{FBABC736-C7E3-4465-A96F-BDCAF49F0B6C}"/>
          </ac:spMkLst>
        </pc:spChg>
        <pc:spChg chg="add mod">
          <ac:chgData name="王 zebra" userId="512e36ef2895e492" providerId="LiveId" clId="{586C3474-D6CD-4DD3-AA88-CAE6A02EC742}" dt="2024-01-26T05:29:17.900" v="5528"/>
          <ac:spMkLst>
            <pc:docMk/>
            <pc:sldMk cId="646710263" sldId="535"/>
            <ac:spMk id="9" creationId="{B6C31190-0AED-4FB1-98AE-0C89E5445359}"/>
          </ac:spMkLst>
        </pc:spChg>
        <pc:picChg chg="add mod">
          <ac:chgData name="王 zebra" userId="512e36ef2895e492" providerId="LiveId" clId="{586C3474-D6CD-4DD3-AA88-CAE6A02EC742}" dt="2024-01-25T13:29:08.276" v="3062" actId="1076"/>
          <ac:picMkLst>
            <pc:docMk/>
            <pc:sldMk cId="646710263" sldId="535"/>
            <ac:picMk id="5" creationId="{1E0CDE2D-5B3C-4AF3-B9EF-CD01CA74B71C}"/>
          </ac:picMkLst>
        </pc:picChg>
        <pc:picChg chg="del">
          <ac:chgData name="王 zebra" userId="512e36ef2895e492" providerId="LiveId" clId="{586C3474-D6CD-4DD3-AA88-CAE6A02EC742}" dt="2024-01-25T13:27:57.636" v="2916" actId="478"/>
          <ac:picMkLst>
            <pc:docMk/>
            <pc:sldMk cId="646710263" sldId="535"/>
            <ac:picMk id="6" creationId="{217BFF73-E5FD-4666-A10D-21EE83F57068}"/>
          </ac:picMkLst>
        </pc:picChg>
      </pc:sldChg>
      <pc:sldChg chg="addSp delSp modSp add mod">
        <pc:chgData name="王 zebra" userId="512e36ef2895e492" providerId="LiveId" clId="{586C3474-D6CD-4DD3-AA88-CAE6A02EC742}" dt="2024-01-26T05:32:52.501" v="5578" actId="20577"/>
        <pc:sldMkLst>
          <pc:docMk/>
          <pc:sldMk cId="3794217400" sldId="536"/>
        </pc:sldMkLst>
        <pc:spChg chg="mod">
          <ac:chgData name="王 zebra" userId="512e36ef2895e492" providerId="LiveId" clId="{586C3474-D6CD-4DD3-AA88-CAE6A02EC742}" dt="2024-01-26T05:32:52.501" v="5578" actId="20577"/>
          <ac:spMkLst>
            <pc:docMk/>
            <pc:sldMk cId="3794217400" sldId="536"/>
            <ac:spMk id="2" creationId="{95648C1A-9302-4744-8637-3D0075A57977}"/>
          </ac:spMkLst>
        </pc:spChg>
        <pc:spChg chg="mod">
          <ac:chgData name="王 zebra" userId="512e36ef2895e492" providerId="LiveId" clId="{586C3474-D6CD-4DD3-AA88-CAE6A02EC742}" dt="2024-01-25T13:36:54.170" v="3440" actId="20577"/>
          <ac:spMkLst>
            <pc:docMk/>
            <pc:sldMk cId="3794217400" sldId="536"/>
            <ac:spMk id="7" creationId="{FBABC736-C7E3-4465-A96F-BDCAF49F0B6C}"/>
          </ac:spMkLst>
        </pc:spChg>
        <pc:spChg chg="add mod">
          <ac:chgData name="王 zebra" userId="512e36ef2895e492" providerId="LiveId" clId="{586C3474-D6CD-4DD3-AA88-CAE6A02EC742}" dt="2024-01-26T05:29:21.163" v="5529"/>
          <ac:spMkLst>
            <pc:docMk/>
            <pc:sldMk cId="3794217400" sldId="536"/>
            <ac:spMk id="13" creationId="{800F385F-E05F-405C-BB1B-B3187FB019CC}"/>
          </ac:spMkLst>
        </pc:spChg>
        <pc:picChg chg="del">
          <ac:chgData name="王 zebra" userId="512e36ef2895e492" providerId="LiveId" clId="{586C3474-D6CD-4DD3-AA88-CAE6A02EC742}" dt="2024-01-25T13:30:10.851" v="3186" actId="478"/>
          <ac:picMkLst>
            <pc:docMk/>
            <pc:sldMk cId="3794217400" sldId="536"/>
            <ac:picMk id="5" creationId="{1E0CDE2D-5B3C-4AF3-B9EF-CD01CA74B71C}"/>
          </ac:picMkLst>
        </pc:picChg>
        <pc:picChg chg="add mod">
          <ac:chgData name="王 zebra" userId="512e36ef2895e492" providerId="LiveId" clId="{586C3474-D6CD-4DD3-AA88-CAE6A02EC742}" dt="2024-01-25T13:38:46.780" v="3445" actId="1076"/>
          <ac:picMkLst>
            <pc:docMk/>
            <pc:sldMk cId="3794217400" sldId="536"/>
            <ac:picMk id="6" creationId="{6BAFC1AF-4DCE-4ECE-A5D1-392ABD9EEF26}"/>
          </ac:picMkLst>
        </pc:picChg>
        <pc:picChg chg="add mod">
          <ac:chgData name="王 zebra" userId="512e36ef2895e492" providerId="LiveId" clId="{586C3474-D6CD-4DD3-AA88-CAE6A02EC742}" dt="2024-01-25T13:38:49.198" v="3446" actId="1076"/>
          <ac:picMkLst>
            <pc:docMk/>
            <pc:sldMk cId="3794217400" sldId="536"/>
            <ac:picMk id="10" creationId="{F0EDA0FA-53D7-4828-AA50-8C4DE6A3C1EB}"/>
          </ac:picMkLst>
        </pc:picChg>
        <pc:picChg chg="add del">
          <ac:chgData name="王 zebra" userId="512e36ef2895e492" providerId="LiveId" clId="{586C3474-D6CD-4DD3-AA88-CAE6A02EC742}" dt="2024-01-25T14:08:35.974" v="3566" actId="22"/>
          <ac:picMkLst>
            <pc:docMk/>
            <pc:sldMk cId="3794217400" sldId="536"/>
            <ac:picMk id="12" creationId="{FA3A804C-4E86-4622-8162-D192259DB56C}"/>
          </ac:picMkLst>
        </pc:picChg>
      </pc:sldChg>
      <pc:sldChg chg="addSp delSp modSp add mod">
        <pc:chgData name="王 zebra" userId="512e36ef2895e492" providerId="LiveId" clId="{586C3474-D6CD-4DD3-AA88-CAE6A02EC742}" dt="2024-01-26T05:29:15.379" v="5527"/>
        <pc:sldMkLst>
          <pc:docMk/>
          <pc:sldMk cId="687908224" sldId="537"/>
        </pc:sldMkLst>
        <pc:spChg chg="mod">
          <ac:chgData name="王 zebra" userId="512e36ef2895e492" providerId="LiveId" clId="{586C3474-D6CD-4DD3-AA88-CAE6A02EC742}" dt="2024-01-25T13:39:34.191" v="3477" actId="20577"/>
          <ac:spMkLst>
            <pc:docMk/>
            <pc:sldMk cId="687908224" sldId="537"/>
            <ac:spMk id="2" creationId="{95648C1A-9302-4744-8637-3D0075A57977}"/>
          </ac:spMkLst>
        </pc:spChg>
        <pc:spChg chg="mod">
          <ac:chgData name="王 zebra" userId="512e36ef2895e492" providerId="LiveId" clId="{586C3474-D6CD-4DD3-AA88-CAE6A02EC742}" dt="2024-01-25T13:39:25.603" v="3450" actId="20577"/>
          <ac:spMkLst>
            <pc:docMk/>
            <pc:sldMk cId="687908224" sldId="537"/>
            <ac:spMk id="7" creationId="{FBABC736-C7E3-4465-A96F-BDCAF49F0B6C}"/>
          </ac:spMkLst>
        </pc:spChg>
        <pc:spChg chg="del">
          <ac:chgData name="王 zebra" userId="512e36ef2895e492" providerId="LiveId" clId="{586C3474-D6CD-4DD3-AA88-CAE6A02EC742}" dt="2024-01-25T14:01:41.182" v="3559" actId="478"/>
          <ac:spMkLst>
            <pc:docMk/>
            <pc:sldMk cId="687908224" sldId="537"/>
            <ac:spMk id="8" creationId="{F809EADC-1E9F-4DFB-8DDD-BB4020E553E5}"/>
          </ac:spMkLst>
        </pc:spChg>
        <pc:spChg chg="add del mod">
          <ac:chgData name="王 zebra" userId="512e36ef2895e492" providerId="LiveId" clId="{586C3474-D6CD-4DD3-AA88-CAE6A02EC742}" dt="2024-01-25T13:57:50.303" v="3550" actId="478"/>
          <ac:spMkLst>
            <pc:docMk/>
            <pc:sldMk cId="687908224" sldId="537"/>
            <ac:spMk id="9" creationId="{8E0CBC5C-B6D2-4F8E-A24E-930C69C6303A}"/>
          </ac:spMkLst>
        </pc:spChg>
        <pc:spChg chg="add mod">
          <ac:chgData name="王 zebra" userId="512e36ef2895e492" providerId="LiveId" clId="{586C3474-D6CD-4DD3-AA88-CAE6A02EC742}" dt="2024-01-26T02:18:25.946" v="3959" actId="1582"/>
          <ac:spMkLst>
            <pc:docMk/>
            <pc:sldMk cId="687908224" sldId="537"/>
            <ac:spMk id="14" creationId="{55428E8A-D4BE-4FC3-918E-A5A052E5C6AF}"/>
          </ac:spMkLst>
        </pc:spChg>
        <pc:spChg chg="add mod">
          <ac:chgData name="王 zebra" userId="512e36ef2895e492" providerId="LiveId" clId="{586C3474-D6CD-4DD3-AA88-CAE6A02EC742}" dt="2024-01-26T05:29:15.379" v="5527"/>
          <ac:spMkLst>
            <pc:docMk/>
            <pc:sldMk cId="687908224" sldId="537"/>
            <ac:spMk id="15" creationId="{CBEB6FD6-D9C6-493C-89D2-C2EB9B94F9D0}"/>
          </ac:spMkLst>
        </pc:spChg>
        <pc:picChg chg="add del mod">
          <ac:chgData name="王 zebra" userId="512e36ef2895e492" providerId="LiveId" clId="{586C3474-D6CD-4DD3-AA88-CAE6A02EC742}" dt="2024-01-25T13:58:51.337" v="3555" actId="478"/>
          <ac:picMkLst>
            <pc:docMk/>
            <pc:sldMk cId="687908224" sldId="537"/>
            <ac:picMk id="5" creationId="{FD265E54-ED50-46F5-9F09-24992717C0BF}"/>
          </ac:picMkLst>
        </pc:picChg>
        <pc:picChg chg="del">
          <ac:chgData name="王 zebra" userId="512e36ef2895e492" providerId="LiveId" clId="{586C3474-D6CD-4DD3-AA88-CAE6A02EC742}" dt="2024-01-25T13:39:23.249" v="3448" actId="478"/>
          <ac:picMkLst>
            <pc:docMk/>
            <pc:sldMk cId="687908224" sldId="537"/>
            <ac:picMk id="6" creationId="{217BFF73-E5FD-4666-A10D-21EE83F57068}"/>
          </ac:picMkLst>
        </pc:picChg>
        <pc:picChg chg="add del mod">
          <ac:chgData name="王 zebra" userId="512e36ef2895e492" providerId="LiveId" clId="{586C3474-D6CD-4DD3-AA88-CAE6A02EC742}" dt="2024-01-25T14:06:56.780" v="3561" actId="478"/>
          <ac:picMkLst>
            <pc:docMk/>
            <pc:sldMk cId="687908224" sldId="537"/>
            <ac:picMk id="11" creationId="{B384D57A-EDB6-4E8C-952D-EBF81CDE6F7E}"/>
          </ac:picMkLst>
        </pc:picChg>
        <pc:picChg chg="add mod">
          <ac:chgData name="王 zebra" userId="512e36ef2895e492" providerId="LiveId" clId="{586C3474-D6CD-4DD3-AA88-CAE6A02EC742}" dt="2024-01-25T14:07:03.590" v="3564" actId="1076"/>
          <ac:picMkLst>
            <pc:docMk/>
            <pc:sldMk cId="687908224" sldId="537"/>
            <ac:picMk id="13" creationId="{EA9BFD31-02AB-48AB-9493-80C9D23E8C6C}"/>
          </ac:picMkLst>
        </pc:picChg>
      </pc:sldChg>
      <pc:sldChg chg="addSp delSp modSp add mod">
        <pc:chgData name="王 zebra" userId="512e36ef2895e492" providerId="LiveId" clId="{586C3474-D6CD-4DD3-AA88-CAE6A02EC742}" dt="2024-01-26T05:32:57.302" v="5583" actId="20577"/>
        <pc:sldMkLst>
          <pc:docMk/>
          <pc:sldMk cId="1863371965" sldId="538"/>
        </pc:sldMkLst>
        <pc:spChg chg="mod">
          <ac:chgData name="王 zebra" userId="512e36ef2895e492" providerId="LiveId" clId="{586C3474-D6CD-4DD3-AA88-CAE6A02EC742}" dt="2024-01-26T05:32:57.302" v="5583" actId="20577"/>
          <ac:spMkLst>
            <pc:docMk/>
            <pc:sldMk cId="1863371965" sldId="538"/>
            <ac:spMk id="2" creationId="{95648C1A-9302-4744-8637-3D0075A57977}"/>
          </ac:spMkLst>
        </pc:spChg>
        <pc:spChg chg="mod">
          <ac:chgData name="王 zebra" userId="512e36ef2895e492" providerId="LiveId" clId="{586C3474-D6CD-4DD3-AA88-CAE6A02EC742}" dt="2024-01-25T14:12:49.739" v="3814" actId="20577"/>
          <ac:spMkLst>
            <pc:docMk/>
            <pc:sldMk cId="1863371965" sldId="538"/>
            <ac:spMk id="7" creationId="{FBABC736-C7E3-4465-A96F-BDCAF49F0B6C}"/>
          </ac:spMkLst>
        </pc:spChg>
        <pc:spChg chg="add mod">
          <ac:chgData name="王 zebra" userId="512e36ef2895e492" providerId="LiveId" clId="{586C3474-D6CD-4DD3-AA88-CAE6A02EC742}" dt="2024-01-26T05:29:22.634" v="5530"/>
          <ac:spMkLst>
            <pc:docMk/>
            <pc:sldMk cId="1863371965" sldId="538"/>
            <ac:spMk id="11" creationId="{C061E16E-9E9C-4B40-8B7B-24D9709A5D5B}"/>
          </ac:spMkLst>
        </pc:spChg>
        <pc:picChg chg="add mod">
          <ac:chgData name="王 zebra" userId="512e36ef2895e492" providerId="LiveId" clId="{586C3474-D6CD-4DD3-AA88-CAE6A02EC742}" dt="2024-01-25T14:09:34.050" v="3678" actId="1076"/>
          <ac:picMkLst>
            <pc:docMk/>
            <pc:sldMk cId="1863371965" sldId="538"/>
            <ac:picMk id="5" creationId="{8E46E105-9010-491E-9B4A-94E472DB1D1A}"/>
          </ac:picMkLst>
        </pc:picChg>
        <pc:picChg chg="del">
          <ac:chgData name="王 zebra" userId="512e36ef2895e492" providerId="LiveId" clId="{586C3474-D6CD-4DD3-AA88-CAE6A02EC742}" dt="2024-01-25T14:08:39.192" v="3568" actId="478"/>
          <ac:picMkLst>
            <pc:docMk/>
            <pc:sldMk cId="1863371965" sldId="538"/>
            <ac:picMk id="6" creationId="{6BAFC1AF-4DCE-4ECE-A5D1-392ABD9EEF26}"/>
          </ac:picMkLst>
        </pc:picChg>
        <pc:picChg chg="del">
          <ac:chgData name="王 zebra" userId="512e36ef2895e492" providerId="LiveId" clId="{586C3474-D6CD-4DD3-AA88-CAE6A02EC742}" dt="2024-01-25T14:08:39.764" v="3569" actId="478"/>
          <ac:picMkLst>
            <pc:docMk/>
            <pc:sldMk cId="1863371965" sldId="538"/>
            <ac:picMk id="10" creationId="{F0EDA0FA-53D7-4828-AA50-8C4DE6A3C1EB}"/>
          </ac:picMkLst>
        </pc:picChg>
      </pc:sldChg>
      <pc:sldChg chg="addSp delSp modSp add mod ord">
        <pc:chgData name="王 zebra" userId="512e36ef2895e492" providerId="LiveId" clId="{586C3474-D6CD-4DD3-AA88-CAE6A02EC742}" dt="2024-01-26T05:29:24.162" v="5531"/>
        <pc:sldMkLst>
          <pc:docMk/>
          <pc:sldMk cId="1771312132" sldId="539"/>
        </pc:sldMkLst>
        <pc:spChg chg="mod">
          <ac:chgData name="王 zebra" userId="512e36ef2895e492" providerId="LiveId" clId="{586C3474-D6CD-4DD3-AA88-CAE6A02EC742}" dt="2024-01-26T02:27:52.325" v="4338" actId="20577"/>
          <ac:spMkLst>
            <pc:docMk/>
            <pc:sldMk cId="1771312132" sldId="539"/>
            <ac:spMk id="2" creationId="{95648C1A-9302-4744-8637-3D0075A57977}"/>
          </ac:spMkLst>
        </pc:spChg>
        <pc:spChg chg="mod">
          <ac:chgData name="王 zebra" userId="512e36ef2895e492" providerId="LiveId" clId="{586C3474-D6CD-4DD3-AA88-CAE6A02EC742}" dt="2024-01-26T02:28:48.365" v="4437" actId="20577"/>
          <ac:spMkLst>
            <pc:docMk/>
            <pc:sldMk cId="1771312132" sldId="539"/>
            <ac:spMk id="7" creationId="{FBABC736-C7E3-4465-A96F-BDCAF49F0B6C}"/>
          </ac:spMkLst>
        </pc:spChg>
        <pc:spChg chg="add mod">
          <ac:chgData name="王 zebra" userId="512e36ef2895e492" providerId="LiveId" clId="{586C3474-D6CD-4DD3-AA88-CAE6A02EC742}" dt="2024-01-26T05:29:24.162" v="5531"/>
          <ac:spMkLst>
            <pc:docMk/>
            <pc:sldMk cId="1771312132" sldId="539"/>
            <ac:spMk id="9" creationId="{B481A9AC-EA7E-40F6-8AED-6FC087CFBFF6}"/>
          </ac:spMkLst>
        </pc:spChg>
        <pc:picChg chg="del">
          <ac:chgData name="王 zebra" userId="512e36ef2895e492" providerId="LiveId" clId="{586C3474-D6CD-4DD3-AA88-CAE6A02EC742}" dt="2024-01-25T14:14:16.015" v="3864" actId="478"/>
          <ac:picMkLst>
            <pc:docMk/>
            <pc:sldMk cId="1771312132" sldId="539"/>
            <ac:picMk id="5" creationId="{8E46E105-9010-491E-9B4A-94E472DB1D1A}"/>
          </ac:picMkLst>
        </pc:picChg>
      </pc:sldChg>
      <pc:sldChg chg="addSp delSp modSp add mod">
        <pc:chgData name="王 zebra" userId="512e36ef2895e492" providerId="LiveId" clId="{586C3474-D6CD-4DD3-AA88-CAE6A02EC742}" dt="2024-01-26T07:59:15.402" v="5870" actId="478"/>
        <pc:sldMkLst>
          <pc:docMk/>
          <pc:sldMk cId="2244150173" sldId="540"/>
        </pc:sldMkLst>
        <pc:spChg chg="mod">
          <ac:chgData name="王 zebra" userId="512e36ef2895e492" providerId="LiveId" clId="{586C3474-D6CD-4DD3-AA88-CAE6A02EC742}" dt="2024-01-26T02:29:15.702" v="4467" actId="20577"/>
          <ac:spMkLst>
            <pc:docMk/>
            <pc:sldMk cId="2244150173" sldId="540"/>
            <ac:spMk id="2" creationId="{95648C1A-9302-4744-8637-3D0075A57977}"/>
          </ac:spMkLst>
        </pc:spChg>
        <pc:spChg chg="del">
          <ac:chgData name="王 zebra" userId="512e36ef2895e492" providerId="LiveId" clId="{586C3474-D6CD-4DD3-AA88-CAE6A02EC742}" dt="2024-01-26T02:29:05.381" v="4439" actId="478"/>
          <ac:spMkLst>
            <pc:docMk/>
            <pc:sldMk cId="2244150173" sldId="540"/>
            <ac:spMk id="7" creationId="{FBABC736-C7E3-4465-A96F-BDCAF49F0B6C}"/>
          </ac:spMkLst>
        </pc:spChg>
        <pc:spChg chg="del mod">
          <ac:chgData name="王 zebra" userId="512e36ef2895e492" providerId="LiveId" clId="{586C3474-D6CD-4DD3-AA88-CAE6A02EC742}" dt="2024-01-26T07:59:15.402" v="5870" actId="478"/>
          <ac:spMkLst>
            <pc:docMk/>
            <pc:sldMk cId="2244150173" sldId="540"/>
            <ac:spMk id="8" creationId="{F809EADC-1E9F-4DFB-8DDD-BB4020E553E5}"/>
          </ac:spMkLst>
        </pc:spChg>
        <pc:spChg chg="add mod">
          <ac:chgData name="王 zebra" userId="512e36ef2895e492" providerId="LiveId" clId="{586C3474-D6CD-4DD3-AA88-CAE6A02EC742}" dt="2024-01-26T05:29:25.917" v="5532"/>
          <ac:spMkLst>
            <pc:docMk/>
            <pc:sldMk cId="2244150173" sldId="540"/>
            <ac:spMk id="12" creationId="{81221614-32F6-494C-871E-51805FC0117D}"/>
          </ac:spMkLst>
        </pc:spChg>
        <pc:picChg chg="add mod">
          <ac:chgData name="王 zebra" userId="512e36ef2895e492" providerId="LiveId" clId="{586C3474-D6CD-4DD3-AA88-CAE6A02EC742}" dt="2024-01-26T02:29:46.264" v="4471" actId="1076"/>
          <ac:picMkLst>
            <pc:docMk/>
            <pc:sldMk cId="2244150173" sldId="540"/>
            <ac:picMk id="5" creationId="{95275131-066C-46D0-9FD0-BBBD76BBEC39}"/>
          </ac:picMkLst>
        </pc:picChg>
        <pc:picChg chg="add mod">
          <ac:chgData name="王 zebra" userId="512e36ef2895e492" providerId="LiveId" clId="{586C3474-D6CD-4DD3-AA88-CAE6A02EC742}" dt="2024-01-26T02:31:07.042" v="4487" actId="1076"/>
          <ac:picMkLst>
            <pc:docMk/>
            <pc:sldMk cId="2244150173" sldId="540"/>
            <ac:picMk id="9" creationId="{CFB3B971-F750-459B-8AA6-B94DBF7DA021}"/>
          </ac:picMkLst>
        </pc:picChg>
        <pc:picChg chg="add mod">
          <ac:chgData name="王 zebra" userId="512e36ef2895e492" providerId="LiveId" clId="{586C3474-D6CD-4DD3-AA88-CAE6A02EC742}" dt="2024-01-26T02:31:02.203" v="4486" actId="1076"/>
          <ac:picMkLst>
            <pc:docMk/>
            <pc:sldMk cId="2244150173" sldId="540"/>
            <ac:picMk id="11" creationId="{1DF81AC1-1C03-46CB-86B4-9B429CFCDFA7}"/>
          </ac:picMkLst>
        </pc:picChg>
      </pc:sldChg>
      <pc:sldChg chg="modSp add del mod">
        <pc:chgData name="王 zebra" userId="512e36ef2895e492" providerId="LiveId" clId="{586C3474-D6CD-4DD3-AA88-CAE6A02EC742}" dt="2024-01-26T05:15:52.828" v="4802" actId="47"/>
        <pc:sldMkLst>
          <pc:docMk/>
          <pc:sldMk cId="628694947" sldId="541"/>
        </pc:sldMkLst>
        <pc:spChg chg="mod">
          <ac:chgData name="王 zebra" userId="512e36ef2895e492" providerId="LiveId" clId="{586C3474-D6CD-4DD3-AA88-CAE6A02EC742}" dt="2024-01-26T03:07:56.651" v="4797" actId="207"/>
          <ac:spMkLst>
            <pc:docMk/>
            <pc:sldMk cId="628694947" sldId="541"/>
            <ac:spMk id="2" creationId="{9BE10A44-04AE-6AD6-8AEC-47882B9F13FB}"/>
          </ac:spMkLst>
        </pc:spChg>
        <pc:spChg chg="mod">
          <ac:chgData name="王 zebra" userId="512e36ef2895e492" providerId="LiveId" clId="{586C3474-D6CD-4DD3-AA88-CAE6A02EC742}" dt="2024-01-26T03:08:00.493" v="4798" actId="207"/>
          <ac:spMkLst>
            <pc:docMk/>
            <pc:sldMk cId="628694947" sldId="541"/>
            <ac:spMk id="6" creationId="{7ADB2C1D-9765-43B5-807B-51A0E46D9B90}"/>
          </ac:spMkLst>
        </pc:spChg>
      </pc:sldChg>
      <pc:sldChg chg="modSp add mod">
        <pc:chgData name="王 zebra" userId="512e36ef2895e492" providerId="LiveId" clId="{586C3474-D6CD-4DD3-AA88-CAE6A02EC742}" dt="2024-01-26T05:16:04.972" v="4807" actId="207"/>
        <pc:sldMkLst>
          <pc:docMk/>
          <pc:sldMk cId="3971369129" sldId="541"/>
        </pc:sldMkLst>
        <pc:spChg chg="mod">
          <ac:chgData name="王 zebra" userId="512e36ef2895e492" providerId="LiveId" clId="{586C3474-D6CD-4DD3-AA88-CAE6A02EC742}" dt="2024-01-26T05:16:01.849" v="4806" actId="207"/>
          <ac:spMkLst>
            <pc:docMk/>
            <pc:sldMk cId="3971369129" sldId="541"/>
            <ac:spMk id="2" creationId="{9BE10A44-04AE-6AD6-8AEC-47882B9F13FB}"/>
          </ac:spMkLst>
        </pc:spChg>
        <pc:spChg chg="mod">
          <ac:chgData name="王 zebra" userId="512e36ef2895e492" providerId="LiveId" clId="{586C3474-D6CD-4DD3-AA88-CAE6A02EC742}" dt="2024-01-26T05:16:04.972" v="4807" actId="207"/>
          <ac:spMkLst>
            <pc:docMk/>
            <pc:sldMk cId="3971369129" sldId="541"/>
            <ac:spMk id="6" creationId="{7ADB2C1D-9765-43B5-807B-51A0E46D9B90}"/>
          </ac:spMkLst>
        </pc:spChg>
      </pc:sldChg>
      <pc:sldChg chg="modSp add mod">
        <pc:chgData name="王 zebra" userId="512e36ef2895e492" providerId="LiveId" clId="{586C3474-D6CD-4DD3-AA88-CAE6A02EC742}" dt="2024-01-26T05:16:19.101" v="4811" actId="207"/>
        <pc:sldMkLst>
          <pc:docMk/>
          <pc:sldMk cId="1352311311" sldId="542"/>
        </pc:sldMkLst>
        <pc:spChg chg="mod">
          <ac:chgData name="王 zebra" userId="512e36ef2895e492" providerId="LiveId" clId="{586C3474-D6CD-4DD3-AA88-CAE6A02EC742}" dt="2024-01-26T05:16:15.969" v="4810" actId="207"/>
          <ac:spMkLst>
            <pc:docMk/>
            <pc:sldMk cId="1352311311" sldId="542"/>
            <ac:spMk id="2" creationId="{9BE10A44-04AE-6AD6-8AEC-47882B9F13FB}"/>
          </ac:spMkLst>
        </pc:spChg>
        <pc:spChg chg="mod">
          <ac:chgData name="王 zebra" userId="512e36ef2895e492" providerId="LiveId" clId="{586C3474-D6CD-4DD3-AA88-CAE6A02EC742}" dt="2024-01-26T05:16:19.101" v="4811" actId="207"/>
          <ac:spMkLst>
            <pc:docMk/>
            <pc:sldMk cId="1352311311" sldId="542"/>
            <ac:spMk id="7" creationId="{ECE31F92-1261-4C1B-AC71-DBDCE9259D2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E11F5B-D7E1-42E8-BC6C-ED4E59AB3E76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E4A0B-6A46-4226-9F59-D03BF27BE4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97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875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822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979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072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443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313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353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332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6544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1560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7453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4689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7733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882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7926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2247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6427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4433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3640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3703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0B590-660A-4857-8B44-100ED6C8B51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82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EA5E30-CA5D-27BE-35FC-03F8E0F97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D7DF37-DA2A-6A9F-151D-BAE6FD28A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8A18A0-05D4-6FAB-C867-90A3268F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E9123-E9E6-4F9C-9D66-D54E3668F547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8D4193-898E-04BD-3EB2-169A7D2F1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9ABE0D-A83C-13B5-0E50-81DCD84B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4C698-DF1B-4A1F-B232-98A046429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37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28D7CF-9420-6950-74B6-5A15BEE4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D331C1-0AC6-E356-F6B2-14157AF53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C8C8D7-C8D9-1BB1-C13D-84D801C0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E9123-E9E6-4F9C-9D66-D54E3668F547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CE39AF-6A2B-DA3C-28E5-B42FFB583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775C92-15CB-BA95-95E1-250C99121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4C698-DF1B-4A1F-B232-98A046429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968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6C0A52-D0C0-AF14-5C5F-8DFDB81AA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90C510-0DB3-5171-720F-3D80501AC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191321-BB9B-4481-2132-CA3FC7B48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E9123-E9E6-4F9C-9D66-D54E3668F547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96BADF-D218-CE0D-5E0B-D8B596ADD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125D6E-5659-3FB2-0F39-9F365ED9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4C698-DF1B-4A1F-B232-98A046429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430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FC29C-BE93-8698-FAC9-DE7D9FE82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157A39-3565-8DAB-EDBD-F70D739DA6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1AAE68-7155-11D3-C4A9-44E4DFA9F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B67645-DE01-8BC6-D9B3-029E5B0FA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E9123-E9E6-4F9C-9D66-D54E3668F547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26DF51-0FF3-E7CB-6EDE-187AFC3F9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224C44-998B-7108-A2BB-4310C66C1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4C698-DF1B-4A1F-B232-98A046429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556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225171-6EEE-3CD8-CC45-186E57CC7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2C9F14-92EC-99E8-CECB-E74261369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FD2A7C-CC3D-4B53-0807-E85E62E06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C6ABD68-5E93-C96E-6E75-4653C060CD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7C982A7-BB17-3081-E551-F39A2BA54A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53462D-8EEF-BDCF-62E4-5188DC57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E9123-E9E6-4F9C-9D66-D54E3668F547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E9A3F67-A9EF-8D58-BE52-A5D6BCB75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7A020DE-1439-68F9-6169-E5367B9CC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4C698-DF1B-4A1F-B232-98A046429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051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4D27AF-2E93-AECE-F158-BD9C06A72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A4EBF52-841D-F469-84A4-8F5007361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E9123-E9E6-4F9C-9D66-D54E3668F547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A82C1D-3D09-DEC7-18FF-A8687500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7C001E-A799-153E-BA6D-2DD64BDC6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4C698-DF1B-4A1F-B232-98A046429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9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F23D07-983C-95ED-0AF4-F84A460F5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E9123-E9E6-4F9C-9D66-D54E3668F547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3210C70-C714-1FF5-DB88-DCDCD2656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049164-C754-B133-567D-03AA0CF61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4C698-DF1B-4A1F-B232-98A046429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080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33F51A-1B2F-A8FC-13FF-DAD6A7E88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8B08BA-D8D2-2E12-C06F-B30C7194C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E9B6E3-1B40-C108-DC0C-D3CCA1811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BD4DE0-FD98-B31D-73BA-2996FB606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E9123-E9E6-4F9C-9D66-D54E3668F547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6F4FD4-B62E-E01D-7C7C-D825F965F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3BF101-66DB-70EE-95B2-F603A1B7A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4C698-DF1B-4A1F-B232-98A046429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098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D9F4C8-B4C8-8DEB-E9F2-5D439E6F5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B3BB37-B1FF-1391-5B8F-9345CDA16C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FDCFE3-1C3F-0E50-F196-9ADE170B9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9AEA8A-3A62-A8D6-B8BB-2F3E213E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E9123-E9E6-4F9C-9D66-D54E3668F547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EE5508-7741-AB35-0D65-E902B6FA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EFF2F7-E688-0B3C-DACD-8691D6220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4C698-DF1B-4A1F-B232-98A046429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205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39EA1-EB86-6A21-38DA-E5B82156E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EB2D0F-685C-FE3A-34CA-AA15D713D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51C7F8-3889-0EE9-DF93-78A9C5CFD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E9123-E9E6-4F9C-9D66-D54E3668F547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6FF68E-A34B-101C-B13C-5FD435025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FDD9EB-8D75-F464-707B-FBB60051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4C698-DF1B-4A1F-B232-98A046429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116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49A5FCA-D81D-66A2-CA36-298B35F69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F7076E-2E56-5A74-CF15-00CC931FB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AC4AF8-242F-0F1E-BBFF-850275392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E9123-E9E6-4F9C-9D66-D54E3668F547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ECC7E9-3F93-D57F-D847-9F5F9F1F5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976CE1-BA10-E980-75AB-61E08C686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4C698-DF1B-4A1F-B232-98A046429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305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371D4F4-82EA-E7C8-0F07-6EF6CF71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659279-54F9-A3C5-AF16-39EFF983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018368-D811-1A9B-6E71-794F15A1A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E9123-E9E6-4F9C-9D66-D54E3668F547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696309-6024-F79B-BFAB-3BC0E1727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5FFBE2-1C41-D226-9364-6092B86EC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4C698-DF1B-4A1F-B232-98A046429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515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image" Target="../media/image2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5042C83C-0EF5-4373-9399-C2CC84F1E80B}"/>
              </a:ext>
            </a:extLst>
          </p:cNvPr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571989" y="4075842"/>
            <a:ext cx="11048022" cy="55455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Palatino Linotype" panose="02040502050505030304" pitchFamily="18" charset="0"/>
                <a:ea typeface="华文楷体" panose="02010600040101010101" pitchFamily="2" charset="-122"/>
                <a:cs typeface="Arial" panose="020B0604020202020204" pitchFamily="34" charset="0"/>
              </a:rPr>
              <a:t>WANG Zhongming </a:t>
            </a:r>
            <a:r>
              <a:rPr lang="en-US" altLang="zh-CN" dirty="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王中明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9CDB9B5-E305-4DF6-BCC8-7DDA7DD3657F}"/>
              </a:ext>
            </a:extLst>
          </p:cNvPr>
          <p:cNvGrpSpPr/>
          <p:nvPr/>
        </p:nvGrpSpPr>
        <p:grpSpPr>
          <a:xfrm>
            <a:off x="4624735" y="4939675"/>
            <a:ext cx="2942528" cy="908221"/>
            <a:chOff x="2437085" y="5031612"/>
            <a:chExt cx="3127484" cy="965309"/>
          </a:xfrm>
        </p:grpSpPr>
        <p:pic>
          <p:nvPicPr>
            <p:cNvPr id="6" name="图形 5">
              <a:extLst>
                <a:ext uri="{FF2B5EF4-FFF2-40B4-BE49-F238E27FC236}">
                  <a16:creationId xmlns:a16="http://schemas.microsoft.com/office/drawing/2014/main" id="{16CA76D6-3B68-4C6F-87C7-08AC0F0D6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02394" y="5031612"/>
              <a:ext cx="2162175" cy="962025"/>
            </a:xfrm>
            <a:prstGeom prst="rect">
              <a:avLst/>
            </a:prstGeom>
          </p:spPr>
        </p:pic>
        <p:pic>
          <p:nvPicPr>
            <p:cNvPr id="7" name="图形 6">
              <a:extLst>
                <a:ext uri="{FF2B5EF4-FFF2-40B4-BE49-F238E27FC236}">
                  <a16:creationId xmlns:a16="http://schemas.microsoft.com/office/drawing/2014/main" id="{E20A9132-E19E-42B7-83B8-D4C57B001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37085" y="5031612"/>
              <a:ext cx="965309" cy="965309"/>
            </a:xfrm>
            <a:prstGeom prst="rect">
              <a:avLst/>
            </a:prstGeom>
          </p:spPr>
        </p:pic>
      </p:grpSp>
      <p:sp>
        <p:nvSpPr>
          <p:cNvPr id="14" name="标题 1">
            <a:extLst>
              <a:ext uri="{FF2B5EF4-FFF2-40B4-BE49-F238E27FC236}">
                <a16:creationId xmlns:a16="http://schemas.microsoft.com/office/drawing/2014/main" id="{C5894F79-5F33-A47F-8011-EFCF2C381F5F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76549" y="1323664"/>
            <a:ext cx="11638901" cy="1590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4400" b="1" dirty="0">
                <a:latin typeface="Palatino Linotype" panose="02040502050505030304" pitchFamily="18" charset="0"/>
                <a:cs typeface="Arial" panose="020B0604020202020204" pitchFamily="34" charset="0"/>
              </a:rPr>
              <a:t>Cryptographic Adversaries</a:t>
            </a:r>
            <a:br>
              <a:rPr lang="en-US" altLang="zh-CN" sz="4000" dirty="0">
                <a:latin typeface="Palatino Linotype" panose="02040502050505030304" pitchFamily="18" charset="0"/>
                <a:cs typeface="Arial" panose="020B0604020202020204" pitchFamily="34" charset="0"/>
              </a:rPr>
            </a:br>
            <a:r>
              <a:rPr lang="en-US" altLang="zh-CN" sz="2800" dirty="0">
                <a:latin typeface="Palatino Linotype" panose="02040502050505030304" pitchFamily="18" charset="0"/>
                <a:cs typeface="Arial" panose="020B0604020202020204" pitchFamily="34" charset="0"/>
              </a:rPr>
              <a:t>From game theory to cryptography, and vice versa</a:t>
            </a:r>
            <a:endParaRPr lang="zh-CN" altLang="en-US" sz="4000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627E08-FE90-470E-8604-F06FC139EE3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39080" y="6066910"/>
            <a:ext cx="8513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8FAADC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Please feel free to ask question at any time.</a:t>
            </a:r>
            <a:endParaRPr lang="zh-CN" altLang="en-US" sz="2400" dirty="0">
              <a:solidFill>
                <a:srgbClr val="8FAADC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1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73846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Conventional Participants in Crypto.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mtClean="0">
                <a:latin typeface="Palatino Linotype" panose="02040502050505030304" pitchFamily="18" charset="0"/>
                <a:cs typeface="Arial" panose="020B0604020202020204" pitchFamily="34" charset="0"/>
              </a:rPr>
              <a:t>2</a:t>
            </a:fld>
            <a:endParaRPr lang="zh-CN" altLang="en-US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16D457E-C1F6-45E1-AC70-AE347E235D33}"/>
              </a:ext>
            </a:extLst>
          </p:cNvPr>
          <p:cNvSpPr txBox="1">
            <a:spLocks/>
          </p:cNvSpPr>
          <p:nvPr/>
        </p:nvSpPr>
        <p:spPr>
          <a:xfrm>
            <a:off x="833469" y="1252987"/>
            <a:ext cx="10515600" cy="338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Semi-honest/passive adversaries </a:t>
            </a:r>
            <a:r>
              <a:rPr lang="en-US" altLang="zh-CN" b="1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</a:t>
            </a:r>
            <a:endParaRPr lang="en-US" altLang="zh-CN" b="1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who </a:t>
            </a:r>
            <a:r>
              <a:rPr lang="en-US" altLang="zh-CN" i="1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faithfully </a:t>
            </a: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follow the protocol.</a:t>
            </a: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Malicious/active adversaries </a:t>
            </a:r>
            <a:r>
              <a:rPr lang="en-US" altLang="zh-CN" b="1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</a:t>
            </a:r>
            <a:endParaRPr lang="en-US" altLang="zh-CN" b="1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who behave in </a:t>
            </a:r>
            <a:r>
              <a:rPr lang="en-US" altLang="zh-CN" i="1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arbitrary</a:t>
            </a: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 fashion. 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8C74F7-3145-10B9-C376-6D8F6F6865A6}"/>
              </a:ext>
            </a:extLst>
          </p:cNvPr>
          <p:cNvSpPr txBox="1"/>
          <p:nvPr/>
        </p:nvSpPr>
        <p:spPr>
          <a:xfrm>
            <a:off x="833469" y="4801292"/>
            <a:ext cx="10515599" cy="1235723"/>
          </a:xfrm>
          <a:prstGeom prst="rect">
            <a:avLst/>
          </a:prstGeom>
          <a:solidFill>
            <a:srgbClr val="DDE5F4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dirty="0">
                <a:latin typeface="Palatino Linotype" panose="02040502050505030304" pitchFamily="18" charset="0"/>
                <a:cs typeface="Arial" panose="020B0604020202020204" pitchFamily="34" charset="0"/>
              </a:rPr>
              <a:t>Does semi-honest adv. match the real-world adv.?</a:t>
            </a:r>
          </a:p>
          <a:p>
            <a:pPr algn="ctr">
              <a:lnSpc>
                <a:spcPct val="120000"/>
              </a:lnSpc>
            </a:pPr>
            <a:r>
              <a:rPr lang="en-US" altLang="zh-CN" sz="3200" dirty="0">
                <a:latin typeface="Palatino Linotype" panose="02040502050505030304" pitchFamily="18" charset="0"/>
                <a:cs typeface="Arial" panose="020B0604020202020204" pitchFamily="34" charset="0"/>
              </a:rPr>
              <a:t>Should semi-honest and malicious be our first choice?</a:t>
            </a:r>
          </a:p>
        </p:txBody>
      </p:sp>
    </p:spTree>
    <p:extLst>
      <p:ext uri="{BB962C8B-B14F-4D97-AF65-F5344CB8AC3E}">
        <p14:creationId xmlns:p14="http://schemas.microsoft.com/office/powerpoint/2010/main" val="106700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73846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Secret Sharing under Conv. Players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mtClean="0">
                <a:latin typeface="Palatino Linotype" panose="02040502050505030304" pitchFamily="18" charset="0"/>
                <a:cs typeface="Arial" panose="020B0604020202020204" pitchFamily="34" charset="0"/>
              </a:rPr>
              <a:t>3</a:t>
            </a:fld>
            <a:endParaRPr lang="zh-CN" altLang="en-US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16D457E-C1F6-45E1-AC70-AE347E235D33}"/>
              </a:ext>
            </a:extLst>
          </p:cNvPr>
          <p:cNvSpPr txBox="1">
            <a:spLocks/>
          </p:cNvSpPr>
          <p:nvPr/>
        </p:nvSpPr>
        <p:spPr>
          <a:xfrm>
            <a:off x="833469" y="1252986"/>
            <a:ext cx="10515600" cy="510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1. </a:t>
            </a:r>
            <a:r>
              <a:rPr lang="en-US" altLang="zh-CN" u="sng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An honest dealer</a:t>
            </a: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 generate </a:t>
            </a:r>
            <a:r>
              <a:rPr lang="en-US" altLang="zh-CN" u="sng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n shares</a:t>
            </a: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 from </a:t>
            </a:r>
            <a:r>
              <a:rPr lang="en-US" altLang="zh-CN" u="sng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a secret I</a:t>
            </a:r>
            <a:r>
              <a:rPr lang="en-US" altLang="zh-CN" b="1" u="sng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2. The dealer distributes the shares to </a:t>
            </a:r>
            <a:r>
              <a:rPr lang="en-US" altLang="zh-CN" u="sng" dirty="0">
                <a:latin typeface="Palatino Linotype" panose="02040502050505030304" pitchFamily="18" charset="0"/>
                <a:cs typeface="Arial" panose="020B0604020202020204" pitchFamily="34" charset="0"/>
              </a:rPr>
              <a:t>n players</a:t>
            </a: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. 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Each player obtains a share </a:t>
            </a:r>
            <a:r>
              <a:rPr lang="en-US" altLang="zh-CN" dirty="0" err="1">
                <a:latin typeface="Palatino Linotype" panose="02040502050505030304" pitchFamily="18" charset="0"/>
                <a:cs typeface="Arial" panose="020B0604020202020204" pitchFamily="34" charset="0"/>
              </a:rPr>
              <a:t>si</a:t>
            </a: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3. The players </a:t>
            </a:r>
            <a:r>
              <a:rPr lang="en-US" altLang="zh-CN" i="1" u="sng" dirty="0">
                <a:latin typeface="Palatino Linotype" panose="02040502050505030304" pitchFamily="18" charset="0"/>
                <a:cs typeface="Arial" panose="020B0604020202020204" pitchFamily="34" charset="0"/>
              </a:rPr>
              <a:t>faithfully</a:t>
            </a:r>
            <a:r>
              <a:rPr lang="en-US" altLang="zh-CN" u="sng" dirty="0">
                <a:latin typeface="Palatino Linotype" panose="02040502050505030304" pitchFamily="18" charset="0"/>
                <a:cs typeface="Arial" panose="020B0604020202020204" pitchFamily="34" charset="0"/>
              </a:rPr>
              <a:t> broadcast</a:t>
            </a: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 their share </a:t>
            </a:r>
            <a:r>
              <a:rPr lang="en-US" altLang="zh-CN" dirty="0" err="1">
                <a:latin typeface="Palatino Linotype" panose="02040502050505030304" pitchFamily="18" charset="0"/>
                <a:cs typeface="Arial" panose="020B0604020202020204" pitchFamily="34" charset="0"/>
              </a:rPr>
              <a:t>si</a:t>
            </a: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All the player can reconstruct the share I! </a:t>
            </a: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</a:t>
            </a:r>
            <a:endParaRPr lang="en-US" altLang="zh-CN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Assumptions: </a:t>
            </a:r>
            <a:r>
              <a:rPr lang="en-US" altLang="zh-CN" dirty="0">
                <a:solidFill>
                  <a:srgbClr val="C00000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1) all the players are semi-honest</a:t>
            </a: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, and 2) the broadcast are happen synchronously.</a:t>
            </a: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80C75F-4C44-681E-AAD5-1EF8E1901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364" y="2292291"/>
            <a:ext cx="3060857" cy="227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092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73846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What if? Selfish Player(s)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mtClean="0">
                <a:latin typeface="Palatino Linotype" panose="02040502050505030304" pitchFamily="18" charset="0"/>
                <a:cs typeface="Arial" panose="020B0604020202020204" pitchFamily="34" charset="0"/>
              </a:rPr>
              <a:t>4</a:t>
            </a:fld>
            <a:endParaRPr lang="zh-CN" altLang="en-US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16D457E-C1F6-45E1-AC70-AE347E235D33}"/>
              </a:ext>
            </a:extLst>
          </p:cNvPr>
          <p:cNvSpPr txBox="1">
            <a:spLocks/>
          </p:cNvSpPr>
          <p:nvPr/>
        </p:nvSpPr>
        <p:spPr>
          <a:xfrm>
            <a:off x="833469" y="1252986"/>
            <a:ext cx="10515600" cy="510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What if? One of the players is </a:t>
            </a:r>
            <a:r>
              <a:rPr lang="en-US" altLang="zh-CN" i="1" dirty="0">
                <a:solidFill>
                  <a:srgbClr val="C00000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selfish</a:t>
            </a:r>
            <a:r>
              <a:rPr lang="en-US" altLang="zh-CN" dirty="0">
                <a:solidFill>
                  <a:srgbClr val="C00000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.</a:t>
            </a:r>
            <a:endParaRPr lang="en-US" altLang="zh-CN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1. The dealer distributes the shares to n players.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2. The players </a:t>
            </a:r>
            <a:r>
              <a:rPr lang="en-US" altLang="zh-CN" u="sng" dirty="0">
                <a:latin typeface="Palatino Linotype" panose="02040502050505030304" pitchFamily="18" charset="0"/>
                <a:cs typeface="Arial" panose="020B0604020202020204" pitchFamily="34" charset="0"/>
              </a:rPr>
              <a:t>except the </a:t>
            </a:r>
            <a:r>
              <a:rPr lang="en-US" altLang="zh-CN" i="1" u="sng" dirty="0">
                <a:latin typeface="Palatino Linotype" panose="02040502050505030304" pitchFamily="18" charset="0"/>
                <a:cs typeface="Arial" panose="020B0604020202020204" pitchFamily="34" charset="0"/>
              </a:rPr>
              <a:t>selfish</a:t>
            </a:r>
            <a:r>
              <a:rPr lang="en-US" altLang="zh-CN" u="sng" dirty="0">
                <a:latin typeface="Palatino Linotype" panose="02040502050505030304" pitchFamily="18" charset="0"/>
                <a:cs typeface="Arial" panose="020B0604020202020204" pitchFamily="34" charset="0"/>
              </a:rPr>
              <a:t> one</a:t>
            </a: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 </a:t>
            </a:r>
            <a:r>
              <a:rPr lang="en-US" altLang="zh-CN" i="1" dirty="0">
                <a:latin typeface="Palatino Linotype" panose="02040502050505030304" pitchFamily="18" charset="0"/>
                <a:cs typeface="Arial" panose="020B0604020202020204" pitchFamily="34" charset="0"/>
              </a:rPr>
              <a:t>faithfully</a:t>
            </a: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 broadcast share </a:t>
            </a:r>
            <a:r>
              <a:rPr lang="en-US" altLang="zh-CN" dirty="0" err="1">
                <a:latin typeface="Palatino Linotype" panose="02040502050505030304" pitchFamily="18" charset="0"/>
                <a:cs typeface="Arial" panose="020B0604020202020204" pitchFamily="34" charset="0"/>
              </a:rPr>
              <a:t>si</a:t>
            </a: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3. Only the selfish player can reconstruct the secret I! </a:t>
            </a:r>
            <a:r>
              <a:rPr lang="en-US" altLang="zh-CN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</a:t>
            </a: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00529B"/>
              </a:solidFill>
              <a:latin typeface="Palatino Linotype" panose="02040502050505030304" pitchFamily="18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What if? More selfish adversaries.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They lose nothing! What’s worse? 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The adversaries will not be punished for their misbehavior!</a:t>
            </a:r>
            <a:endParaRPr lang="en-US" altLang="zh-CN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85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73846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Selfish Player -&gt; Rational Adversary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mtClean="0">
                <a:latin typeface="Palatino Linotype" panose="02040502050505030304" pitchFamily="18" charset="0"/>
                <a:cs typeface="Arial" panose="020B0604020202020204" pitchFamily="34" charset="0"/>
              </a:rPr>
              <a:t>5</a:t>
            </a:fld>
            <a:endParaRPr lang="zh-CN" altLang="en-US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16D457E-C1F6-45E1-AC70-AE347E235D33}"/>
              </a:ext>
            </a:extLst>
          </p:cNvPr>
          <p:cNvSpPr txBox="1">
            <a:spLocks/>
          </p:cNvSpPr>
          <p:nvPr/>
        </p:nvSpPr>
        <p:spPr>
          <a:xfrm>
            <a:off x="833469" y="1252986"/>
            <a:ext cx="10515600" cy="510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Rational adversary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    1) Prefers that it learns the output </a:t>
            </a:r>
            <a:r>
              <a:rPr lang="en-US" altLang="zh-CN" u="sng" dirty="0">
                <a:latin typeface="Palatino Linotype" panose="02040502050505030304" pitchFamily="18" charset="0"/>
                <a:cs typeface="Arial" panose="020B0604020202020204" pitchFamily="34" charset="0"/>
              </a:rPr>
              <a:t>while others do not</a:t>
            </a: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    2) has no incentive to deviate from the protocol.</a:t>
            </a: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Rational adversaries in secret sharing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    1) Broadcast his share -&gt; Obtain the secret.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    2) Not broadcast -&gt; Obtain the secret, </a:t>
            </a:r>
            <a:r>
              <a:rPr lang="en-US" altLang="zh-CN" u="sng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or lose nothing</a:t>
            </a: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!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Obviously, a rational adv. prefers the second strategy.</a:t>
            </a: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C00000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108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73846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The Game Theory: Prisoner’s Dilemma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mtClean="0">
                <a:latin typeface="Palatino Linotype" panose="02040502050505030304" pitchFamily="18" charset="0"/>
                <a:cs typeface="Arial" panose="020B0604020202020204" pitchFamily="34" charset="0"/>
              </a:rPr>
              <a:t>6</a:t>
            </a:fld>
            <a:endParaRPr lang="zh-CN" altLang="en-US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16D457E-C1F6-45E1-AC70-AE347E235D33}"/>
              </a:ext>
            </a:extLst>
          </p:cNvPr>
          <p:cNvSpPr txBox="1">
            <a:spLocks/>
          </p:cNvSpPr>
          <p:nvPr/>
        </p:nvSpPr>
        <p:spPr>
          <a:xfrm>
            <a:off x="833469" y="1252986"/>
            <a:ext cx="10515600" cy="510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Two </a:t>
            </a:r>
            <a:r>
              <a:rPr lang="en-US" altLang="zh-CN" u="sng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rational</a:t>
            </a: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 suspect, two possible strategies.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Each suspect always has an incentive to defect!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C00000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Nash equilibrium: </a:t>
            </a:r>
            <a:r>
              <a:rPr lang="en-US" altLang="zh-CN" dirty="0">
                <a:solidFill>
                  <a:srgbClr val="C00000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No player can benefit by unilaterally changing their strategy.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Defect is the </a:t>
            </a:r>
            <a:r>
              <a:rPr lang="en-US" altLang="zh-CN" u="sng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strict dominated strategy</a:t>
            </a: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768800C-9D87-DC1E-5AA2-EF0C7350A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260" y="2649056"/>
            <a:ext cx="7402017" cy="155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892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73846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Rational Secret Sharing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mtClean="0">
                <a:latin typeface="Palatino Linotype" panose="02040502050505030304" pitchFamily="18" charset="0"/>
                <a:cs typeface="Arial" panose="020B0604020202020204" pitchFamily="34" charset="0"/>
              </a:rPr>
              <a:t>7</a:t>
            </a:fld>
            <a:endParaRPr lang="zh-CN" altLang="en-US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16D457E-C1F6-45E1-AC70-AE347E235D33}"/>
              </a:ext>
            </a:extLst>
          </p:cNvPr>
          <p:cNvSpPr txBox="1">
            <a:spLocks/>
          </p:cNvSpPr>
          <p:nvPr/>
        </p:nvSpPr>
        <p:spPr>
          <a:xfrm>
            <a:off x="833469" y="1252986"/>
            <a:ext cx="10515600" cy="510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The goal:</a:t>
            </a:r>
            <a:r>
              <a:rPr lang="en-US" altLang="zh-CN" sz="2800" dirty="0">
                <a:solidFill>
                  <a:srgbClr val="C00000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 build a </a:t>
            </a:r>
            <a:r>
              <a:rPr lang="en-US" altLang="zh-CN" sz="2800" b="1" dirty="0">
                <a:solidFill>
                  <a:srgbClr val="C00000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Nash (or other) equilibrium </a:t>
            </a:r>
            <a:r>
              <a:rPr lang="en-US" altLang="zh-CN" sz="2800" dirty="0">
                <a:solidFill>
                  <a:srgbClr val="C00000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for the protocol.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In other words, the rational players’ dominated strategy is to let all the players reconstruct the secret.</a:t>
            </a:r>
            <a:endParaRPr lang="en-US" altLang="zh-CN" b="1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Palatino Linotype" panose="02040502050505030304" pitchFamily="18" charset="0"/>
                <a:cs typeface="Arial" panose="020B0604020202020204" pitchFamily="34" charset="0"/>
              </a:rPr>
              <a:t>The impossibilities: 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Any SS protocol terminating in a </a:t>
            </a:r>
            <a:r>
              <a:rPr lang="en-US" altLang="zh-CN" u="sng" dirty="0">
                <a:latin typeface="Palatino Linotype" panose="02040502050505030304" pitchFamily="18" charset="0"/>
                <a:cs typeface="Arial" panose="020B0604020202020204" pitchFamily="34" charset="0"/>
              </a:rPr>
              <a:t>fixed number of rounds</a:t>
            </a: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 cannot be secure under rational adv.. </a:t>
            </a:r>
            <a:r>
              <a:rPr lang="en-US" altLang="zh-CN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Why?</a:t>
            </a:r>
          </a:p>
          <a:p>
            <a:pPr lvl="1">
              <a:lnSpc>
                <a:spcPct val="120000"/>
              </a:lnSpc>
            </a:pPr>
            <a:r>
              <a:rPr lang="en-US" altLang="zh-CN" strike="sngStrike" dirty="0">
                <a:latin typeface="Palatino Linotype" panose="02040502050505030304" pitchFamily="18" charset="0"/>
                <a:cs typeface="Arial" panose="020B0604020202020204" pitchFamily="34" charset="0"/>
              </a:rPr>
              <a:t>Does not exist rational 2-out-of-2 secret sharing protocol.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latin typeface="Palatino Linotype" panose="02040502050505030304" pitchFamily="18" charset="0"/>
                <a:cs typeface="Arial" panose="020B0604020202020204" pitchFamily="34" charset="0"/>
              </a:rPr>
              <a:t>The solution: 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</a:rPr>
              <a:t>Prob. protocols </a:t>
            </a:r>
            <a:r>
              <a:rPr lang="en-US" altLang="zh-CN" u="sng" dirty="0">
                <a:latin typeface="Palatino Linotype" panose="02040502050505030304" pitchFamily="18" charset="0"/>
              </a:rPr>
              <a:t>without a fixed upper bound</a:t>
            </a:r>
            <a:r>
              <a:rPr lang="en-US" altLang="zh-CN" dirty="0">
                <a:latin typeface="Palatino Linotype" panose="02040502050505030304" pitchFamily="18" charset="0"/>
              </a:rPr>
              <a:t> on round complexity.</a:t>
            </a:r>
            <a:endParaRPr lang="en-US" altLang="zh-CN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CN" b="1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31231B8E-D312-6B7F-48E2-23CF5E1D5A8A}"/>
              </a:ext>
            </a:extLst>
          </p:cNvPr>
          <p:cNvSpPr txBox="1">
            <a:spLocks/>
          </p:cNvSpPr>
          <p:nvPr/>
        </p:nvSpPr>
        <p:spPr>
          <a:xfrm>
            <a:off x="838200" y="6356349"/>
            <a:ext cx="5002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dirty="0">
                <a:latin typeface="Palatino Linotype" panose="02040502050505030304" pitchFamily="18" charset="0"/>
                <a:cs typeface="Arial" panose="020B0604020202020204" pitchFamily="34" charset="0"/>
              </a:rPr>
              <a:t>[HT04,STOC] Rational Secret Sharing and MPC</a:t>
            </a:r>
          </a:p>
        </p:txBody>
      </p:sp>
    </p:spTree>
    <p:extLst>
      <p:ext uri="{BB962C8B-B14F-4D97-AF65-F5344CB8AC3E}">
        <p14:creationId xmlns:p14="http://schemas.microsoft.com/office/powerpoint/2010/main" val="1464042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73846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Rational SS: [HT04] for 3-out-of-3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mtClean="0">
                <a:latin typeface="Palatino Linotype" panose="02040502050505030304" pitchFamily="18" charset="0"/>
                <a:cs typeface="Arial" panose="020B0604020202020204" pitchFamily="34" charset="0"/>
              </a:rPr>
              <a:t>8</a:t>
            </a:fld>
            <a:endParaRPr lang="zh-CN" altLang="en-US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16D457E-C1F6-45E1-AC70-AE347E235D33}"/>
              </a:ext>
            </a:extLst>
          </p:cNvPr>
          <p:cNvSpPr txBox="1">
            <a:spLocks/>
          </p:cNvSpPr>
          <p:nvPr/>
        </p:nvSpPr>
        <p:spPr>
          <a:xfrm>
            <a:off x="833469" y="1252986"/>
            <a:ext cx="10515600" cy="4966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1. An honest generates a </a:t>
            </a:r>
            <a:r>
              <a:rPr lang="en-US" altLang="zh-CN" sz="2400" u="sng" dirty="0">
                <a:latin typeface="Palatino Linotype" panose="02040502050505030304" pitchFamily="18" charset="0"/>
                <a:cs typeface="Arial" panose="020B0604020202020204" pitchFamily="34" charset="0"/>
              </a:rPr>
              <a:t>valid shares</a:t>
            </a: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 for each player.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2. Each player </a:t>
            </a:r>
            <a:r>
              <a:rPr lang="en-US" altLang="zh-CN" sz="2400" u="sng" dirty="0">
                <a:latin typeface="Palatino Linotype" panose="02040502050505030304" pitchFamily="18" charset="0"/>
                <a:cs typeface="Arial" panose="020B0604020202020204" pitchFamily="34" charset="0"/>
              </a:rPr>
              <a:t>flips a coin ci</a:t>
            </a: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 that equals to 1 with prob. a.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3. The players run a MPC protocol that computes </a:t>
            </a:r>
            <a:r>
              <a:rPr lang="en-US" altLang="zh-CN" sz="2400" u="sng" dirty="0">
                <a:latin typeface="Palatino Linotype" panose="02040502050505030304" pitchFamily="18" charset="0"/>
                <a:cs typeface="Arial" panose="020B0604020202020204" pitchFamily="34" charset="0"/>
              </a:rPr>
              <a:t>c* = \</a:t>
            </a:r>
            <a:r>
              <a:rPr lang="en-US" altLang="zh-CN" sz="2400" u="sng" dirty="0" err="1">
                <a:latin typeface="Palatino Linotype" panose="02040502050505030304" pitchFamily="18" charset="0"/>
                <a:cs typeface="Arial" panose="020B0604020202020204" pitchFamily="34" charset="0"/>
              </a:rPr>
              <a:t>xor</a:t>
            </a:r>
            <a:r>
              <a:rPr lang="en-US" altLang="zh-CN" sz="2400" u="sng" dirty="0">
                <a:latin typeface="Palatino Linotype" panose="02040502050505030304" pitchFamily="18" charset="0"/>
                <a:cs typeface="Arial" panose="020B0604020202020204" pitchFamily="34" charset="0"/>
              </a:rPr>
              <a:t> ci</a:t>
            </a: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4. For each player: If  c* = ci, broadcast his share; otherwise, do nothing.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5. Result depends on the number of shares that are broadcasted.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If 3 shares, the secret is </a:t>
            </a:r>
            <a:r>
              <a:rPr lang="en-US" altLang="zh-CN" sz="2000" b="1" u="sng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successfully reconstructed</a:t>
            </a:r>
            <a:r>
              <a:rPr lang="en-US" altLang="zh-CN" sz="2000" b="1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and all players obtain the secret.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If 0/2 shares, this protocol will be </a:t>
            </a:r>
            <a:r>
              <a:rPr lang="en-US" altLang="zh-CN" sz="2000" b="1" u="sng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terminated</a:t>
            </a:r>
            <a:r>
              <a:rPr lang="en-US" altLang="zh-CN" sz="20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 and no one obtain secret.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If 1 share, this protocol will </a:t>
            </a:r>
            <a:r>
              <a:rPr lang="en-US" altLang="zh-CN" sz="2000" b="1" u="sng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jump to Step 1</a:t>
            </a:r>
            <a:r>
              <a:rPr lang="en-US" altLang="zh-CN" sz="20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 and no one obtain secret.</a:t>
            </a: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5D5A6D0-B954-D8BE-0CC8-1CC2FCDCB5A3}"/>
              </a:ext>
            </a:extLst>
          </p:cNvPr>
          <p:cNvSpPr txBox="1">
            <a:spLocks/>
          </p:cNvSpPr>
          <p:nvPr/>
        </p:nvSpPr>
        <p:spPr>
          <a:xfrm>
            <a:off x="838200" y="6356349"/>
            <a:ext cx="5002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dirty="0">
                <a:latin typeface="Palatino Linotype" panose="02040502050505030304" pitchFamily="18" charset="0"/>
                <a:cs typeface="Arial" panose="020B0604020202020204" pitchFamily="34" charset="0"/>
              </a:rPr>
              <a:t>[HT04,STOC] Rational Secret Sharing and MPC</a:t>
            </a:r>
          </a:p>
        </p:txBody>
      </p:sp>
    </p:spTree>
    <p:extLst>
      <p:ext uri="{BB962C8B-B14F-4D97-AF65-F5344CB8AC3E}">
        <p14:creationId xmlns:p14="http://schemas.microsoft.com/office/powerpoint/2010/main" val="2934242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73846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[HT04]: Analysis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mtClean="0">
                <a:latin typeface="Palatino Linotype" panose="02040502050505030304" pitchFamily="18" charset="0"/>
                <a:cs typeface="Arial" panose="020B0604020202020204" pitchFamily="34" charset="0"/>
              </a:rPr>
              <a:t>9</a:t>
            </a:fld>
            <a:endParaRPr lang="zh-CN" altLang="en-US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16D457E-C1F6-45E1-AC70-AE347E235D33}"/>
              </a:ext>
            </a:extLst>
          </p:cNvPr>
          <p:cNvSpPr txBox="1">
            <a:spLocks/>
          </p:cNvSpPr>
          <p:nvPr/>
        </p:nvSpPr>
        <p:spPr>
          <a:xfrm>
            <a:off x="833469" y="1252986"/>
            <a:ext cx="10515600" cy="510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Consider a rational player 3: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He would not set c3 to 0/1 before c* since he cannot observe c1 or c2.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If c* = 1, how the player 3 behaves?	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c3 = 0, c1=c2=0:   Change c3 to 1 would jump to next iteration. 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c3 = 1, c1=c2=1:   Change c3 to 0 would terminate the protocol.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If the prob. a is </a:t>
            </a:r>
            <a:r>
              <a:rPr lang="en-US" altLang="zh-CN" u="sng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properly chosen</a:t>
            </a:r>
            <a:r>
              <a:rPr lang="en-US" altLang="zh-CN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, a Nash equilibrium is built!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Expected round complexity: O(a^{-3})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latin typeface="Palatino Linotype" panose="02040502050505030304" pitchFamily="18" charset="0"/>
                <a:cs typeface="Arial" panose="020B0604020202020204" pitchFamily="34" charset="0"/>
              </a:rPr>
              <a:t>How about 2-out-of-2 rational secret sharing?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4E156107-7FEC-2BCB-628C-A84BB0C16C60}"/>
              </a:ext>
            </a:extLst>
          </p:cNvPr>
          <p:cNvSpPr txBox="1">
            <a:spLocks/>
          </p:cNvSpPr>
          <p:nvPr/>
        </p:nvSpPr>
        <p:spPr>
          <a:xfrm>
            <a:off x="838200" y="6356349"/>
            <a:ext cx="5002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dirty="0">
                <a:latin typeface="Palatino Linotype" panose="02040502050505030304" pitchFamily="18" charset="0"/>
                <a:cs typeface="Arial" panose="020B0604020202020204" pitchFamily="34" charset="0"/>
              </a:rPr>
              <a:t>[HT04,STOC] Rational Secret Sharing and MPC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8411A4-9E45-7EAD-6F3C-D158590AFEAC}"/>
              </a:ext>
            </a:extLst>
          </p:cNvPr>
          <p:cNvSpPr txBox="1"/>
          <p:nvPr/>
        </p:nvSpPr>
        <p:spPr>
          <a:xfrm>
            <a:off x="3666007" y="3482271"/>
            <a:ext cx="2311752" cy="644792"/>
          </a:xfrm>
          <a:prstGeom prst="rect">
            <a:avLst/>
          </a:prstGeom>
          <a:solidFill>
            <a:srgbClr val="FFDDDD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dirty="0">
                <a:latin typeface="Palatino Linotype" panose="02040502050505030304" pitchFamily="18" charset="0"/>
                <a:cs typeface="Arial" panose="020B0604020202020204" pitchFamily="34" charset="0"/>
              </a:rPr>
              <a:t>But, how?</a:t>
            </a:r>
          </a:p>
        </p:txBody>
      </p:sp>
    </p:spTree>
    <p:extLst>
      <p:ext uri="{BB962C8B-B14F-4D97-AF65-F5344CB8AC3E}">
        <p14:creationId xmlns:p14="http://schemas.microsoft.com/office/powerpoint/2010/main" val="1351298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73846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Rational SS: [GK08] for 2-out-of-2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mtClean="0">
                <a:latin typeface="Palatino Linotype" panose="02040502050505030304" pitchFamily="18" charset="0"/>
                <a:cs typeface="Arial" panose="020B0604020202020204" pitchFamily="34" charset="0"/>
              </a:rPr>
              <a:t>10</a:t>
            </a:fld>
            <a:endParaRPr lang="zh-CN" altLang="en-US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8B184D40-FFEE-29FE-6BA4-B31C3334458D}"/>
              </a:ext>
            </a:extLst>
          </p:cNvPr>
          <p:cNvSpPr txBox="1">
            <a:spLocks/>
          </p:cNvSpPr>
          <p:nvPr/>
        </p:nvSpPr>
        <p:spPr>
          <a:xfrm>
            <a:off x="838200" y="6356349"/>
            <a:ext cx="5002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dirty="0">
                <a:latin typeface="Palatino Linotype" panose="02040502050505030304" pitchFamily="18" charset="0"/>
                <a:cs typeface="Arial" panose="020B0604020202020204" pitchFamily="34" charset="0"/>
              </a:rPr>
              <a:t>[GK08,SCN] Rational Secret Sharing, Revisited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AB01A33-5E9F-4E0D-6254-520E093259A2}"/>
              </a:ext>
            </a:extLst>
          </p:cNvPr>
          <p:cNvSpPr txBox="1">
            <a:spLocks/>
          </p:cNvSpPr>
          <p:nvPr/>
        </p:nvSpPr>
        <p:spPr>
          <a:xfrm>
            <a:off x="833469" y="1252986"/>
            <a:ext cx="10515600" cy="5392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1. For each player, an honest dealer generates a </a:t>
            </a:r>
            <a:r>
              <a:rPr lang="en-US" altLang="zh-CN" sz="2400" u="sng" dirty="0">
                <a:solidFill>
                  <a:srgbClr val="C00000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true shares with prob. b</a:t>
            </a: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; otherwise, it generates </a:t>
            </a:r>
            <a:r>
              <a:rPr lang="en-US" altLang="zh-CN" sz="2400" u="sng" dirty="0">
                <a:solidFill>
                  <a:srgbClr val="C00000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a fake share</a:t>
            </a: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The true and fake shares are indistinguishable to the players.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2. The players broadcast their received shares.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3a. If all players broadcast the share, </a:t>
            </a:r>
          </a:p>
          <a:p>
            <a:pPr lvl="1">
              <a:lnSpc>
                <a:spcPct val="120000"/>
              </a:lnSpc>
            </a:pPr>
            <a:r>
              <a:rPr lang="en-US" altLang="zh-CN" sz="18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The secret is reconstructed with prob. b^{n}; </a:t>
            </a:r>
          </a:p>
          <a:p>
            <a:pPr lvl="1">
              <a:lnSpc>
                <a:spcPct val="120000"/>
              </a:lnSpc>
            </a:pPr>
            <a:r>
              <a:rPr lang="en-US" altLang="zh-CN" sz="18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otherwise, jump to step 1.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3b. If one share is missing, terminate the protocol.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We now break the impossibility in [HT04]! But, why?</a:t>
            </a:r>
          </a:p>
        </p:txBody>
      </p:sp>
    </p:spTree>
    <p:extLst>
      <p:ext uri="{BB962C8B-B14F-4D97-AF65-F5344CB8AC3E}">
        <p14:creationId xmlns:p14="http://schemas.microsoft.com/office/powerpoint/2010/main" val="2090150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73846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[GK08]: Analysis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mtClean="0">
                <a:latin typeface="Palatino Linotype" panose="02040502050505030304" pitchFamily="18" charset="0"/>
                <a:cs typeface="Arial" panose="020B0604020202020204" pitchFamily="34" charset="0"/>
              </a:rPr>
              <a:t>11</a:t>
            </a:fld>
            <a:endParaRPr lang="zh-CN" altLang="en-US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8B184D40-FFEE-29FE-6BA4-B31C3334458D}"/>
              </a:ext>
            </a:extLst>
          </p:cNvPr>
          <p:cNvSpPr txBox="1">
            <a:spLocks/>
          </p:cNvSpPr>
          <p:nvPr/>
        </p:nvSpPr>
        <p:spPr>
          <a:xfrm>
            <a:off x="838200" y="6356349"/>
            <a:ext cx="5002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dirty="0">
                <a:latin typeface="Palatino Linotype" panose="02040502050505030304" pitchFamily="18" charset="0"/>
                <a:cs typeface="Arial" panose="020B0604020202020204" pitchFamily="34" charset="0"/>
              </a:rPr>
              <a:t>[GK08,SCN] Rational Secret Sharing, Revisited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99ED836-327F-4E1E-082A-4A467C95CC7E}"/>
              </a:ext>
            </a:extLst>
          </p:cNvPr>
          <p:cNvSpPr txBox="1">
            <a:spLocks/>
          </p:cNvSpPr>
          <p:nvPr/>
        </p:nvSpPr>
        <p:spPr>
          <a:xfrm>
            <a:off x="833469" y="1252986"/>
            <a:ext cx="10515600" cy="510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b="1" dirty="0">
                <a:latin typeface="Palatino Linotype" panose="02040502050505030304" pitchFamily="18" charset="0"/>
                <a:cs typeface="Arial" panose="020B0604020202020204" pitchFamily="34" charset="0"/>
              </a:rPr>
              <a:t>The insight: </a:t>
            </a:r>
            <a:r>
              <a:rPr lang="en-US" altLang="zh-CN" sz="2800" dirty="0">
                <a:latin typeface="Palatino Linotype" panose="02040502050505030304" pitchFamily="18" charset="0"/>
                <a:cs typeface="Arial" panose="020B0604020202020204" pitchFamily="34" charset="0"/>
              </a:rPr>
              <a:t>The dealer may generate fake shares (i.e., add randomness to the protocol).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latin typeface="Palatino Linotype" panose="02040502050505030304" pitchFamily="18" charset="0"/>
                <a:cs typeface="Arial" panose="020B0604020202020204" pitchFamily="34" charset="0"/>
              </a:rPr>
              <a:t>The benefits: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Break the impossibility for 2-out-of-2 rational secret sharing.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Simpler operations and assumption (no private channel).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Palatino Linotype" panose="02040502050505030304" pitchFamily="18" charset="0"/>
                <a:cs typeface="Arial" panose="020B0604020202020204" pitchFamily="34" charset="0"/>
              </a:rPr>
              <a:t>Unsolved limitation: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The honest dealer must be get involved in each iteration.</a:t>
            </a:r>
          </a:p>
          <a:p>
            <a:pPr>
              <a:lnSpc>
                <a:spcPct val="120000"/>
              </a:lnSpc>
            </a:pPr>
            <a:endParaRPr lang="en-US" altLang="zh-CN" b="1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253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73846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[GK08]: Removing the Dealer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mtClean="0">
                <a:latin typeface="Palatino Linotype" panose="02040502050505030304" pitchFamily="18" charset="0"/>
                <a:cs typeface="Arial" panose="020B0604020202020204" pitchFamily="34" charset="0"/>
              </a:rPr>
              <a:t>12</a:t>
            </a:fld>
            <a:endParaRPr lang="zh-CN" altLang="en-US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8B184D40-FFEE-29FE-6BA4-B31C3334458D}"/>
              </a:ext>
            </a:extLst>
          </p:cNvPr>
          <p:cNvSpPr txBox="1">
            <a:spLocks/>
          </p:cNvSpPr>
          <p:nvPr/>
        </p:nvSpPr>
        <p:spPr>
          <a:xfrm>
            <a:off x="838200" y="6356349"/>
            <a:ext cx="5002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dirty="0">
                <a:latin typeface="Palatino Linotype" panose="02040502050505030304" pitchFamily="18" charset="0"/>
                <a:cs typeface="Arial" panose="020B0604020202020204" pitchFamily="34" charset="0"/>
              </a:rPr>
              <a:t>[GK08,SCN] Rational Secret Sharing, Revisited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99ED836-327F-4E1E-082A-4A467C95CC7E}"/>
              </a:ext>
            </a:extLst>
          </p:cNvPr>
          <p:cNvSpPr txBox="1">
            <a:spLocks/>
          </p:cNvSpPr>
          <p:nvPr/>
        </p:nvSpPr>
        <p:spPr>
          <a:xfrm>
            <a:off x="833469" y="1252986"/>
            <a:ext cx="10515600" cy="510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400" b="1" dirty="0">
                <a:latin typeface="Palatino Linotype" panose="02040502050505030304" pitchFamily="18" charset="0"/>
                <a:cs typeface="Arial" panose="020B0604020202020204" pitchFamily="34" charset="0"/>
              </a:rPr>
              <a:t>Setup: </a:t>
            </a: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The dealer generate </a:t>
            </a:r>
            <a:r>
              <a:rPr lang="en-US" altLang="zh-CN" sz="2400" u="sng" dirty="0">
                <a:latin typeface="Palatino Linotype" panose="02040502050505030304" pitchFamily="18" charset="0"/>
                <a:cs typeface="Arial" panose="020B0604020202020204" pitchFamily="34" charset="0"/>
              </a:rPr>
              <a:t>a share and certificate (</a:t>
            </a:r>
            <a:r>
              <a:rPr lang="en-US" altLang="zh-CN" sz="2400" u="sng" dirty="0" err="1">
                <a:latin typeface="Palatino Linotype" panose="02040502050505030304" pitchFamily="18" charset="0"/>
                <a:cs typeface="Arial" panose="020B0604020202020204" pitchFamily="34" charset="0"/>
              </a:rPr>
              <a:t>si,di</a:t>
            </a:r>
            <a:r>
              <a:rPr lang="en-US" altLang="zh-CN" sz="2400" u="sng" dirty="0">
                <a:latin typeface="Palatino Linotype" panose="02040502050505030304" pitchFamily="18" charset="0"/>
                <a:cs typeface="Arial" panose="020B0604020202020204" pitchFamily="34" charset="0"/>
              </a:rPr>
              <a:t>) </a:t>
            </a: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for each player.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1. The players run a MPC protocol against one malicious player.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    - Each player input the value (</a:t>
            </a:r>
            <a:r>
              <a:rPr lang="en-US" altLang="zh-CN" sz="2000" dirty="0" err="1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si,di</a:t>
            </a:r>
            <a:r>
              <a:rPr lang="en-US" altLang="zh-CN" sz="20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). The MPC verifies the signature. And, abort if the verification fails.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    - The MPC reconstruct the true secret 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    - With prob. b, the MPC generates new shares </a:t>
            </a:r>
            <a:r>
              <a:rPr lang="en-US" altLang="zh-CN" sz="2000" dirty="0" err="1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s’i</a:t>
            </a:r>
            <a:r>
              <a:rPr lang="en-US" altLang="zh-CN" sz="20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 for each player from the secret 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    - Otherwise, the MPC generates new shares </a:t>
            </a:r>
            <a:r>
              <a:rPr lang="en-US" altLang="zh-CN" sz="2000" dirty="0" err="1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s’i</a:t>
            </a:r>
            <a:r>
              <a:rPr lang="en-US" altLang="zh-CN" sz="2000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 for each player from </a:t>
            </a:r>
            <a:r>
              <a:rPr lang="en-US" altLang="zh-CN" sz="2000" u="sng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a fake secret 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2. If cheating is detected in MPC, terminate the protocol.</a:t>
            </a:r>
          </a:p>
        </p:txBody>
      </p:sp>
    </p:spTree>
    <p:extLst>
      <p:ext uri="{BB962C8B-B14F-4D97-AF65-F5344CB8AC3E}">
        <p14:creationId xmlns:p14="http://schemas.microsoft.com/office/powerpoint/2010/main" val="3802237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73846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[GK08]: Removing the Dealer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mtClean="0">
                <a:latin typeface="Palatino Linotype" panose="02040502050505030304" pitchFamily="18" charset="0"/>
                <a:cs typeface="Arial" panose="020B0604020202020204" pitchFamily="34" charset="0"/>
              </a:rPr>
              <a:t>13</a:t>
            </a:fld>
            <a:endParaRPr lang="zh-CN" altLang="en-US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8B184D40-FFEE-29FE-6BA4-B31C3334458D}"/>
              </a:ext>
            </a:extLst>
          </p:cNvPr>
          <p:cNvSpPr txBox="1">
            <a:spLocks/>
          </p:cNvSpPr>
          <p:nvPr/>
        </p:nvSpPr>
        <p:spPr>
          <a:xfrm>
            <a:off x="838200" y="6356349"/>
            <a:ext cx="5002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dirty="0">
                <a:latin typeface="Palatino Linotype" panose="02040502050505030304" pitchFamily="18" charset="0"/>
                <a:cs typeface="Arial" panose="020B0604020202020204" pitchFamily="34" charset="0"/>
              </a:rPr>
              <a:t>[GK08,SCN] Rational Secret Sharing, Revisited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99ED836-327F-4E1E-082A-4A467C95CC7E}"/>
              </a:ext>
            </a:extLst>
          </p:cNvPr>
          <p:cNvSpPr txBox="1">
            <a:spLocks/>
          </p:cNvSpPr>
          <p:nvPr/>
        </p:nvSpPr>
        <p:spPr>
          <a:xfrm>
            <a:off x="833469" y="1252986"/>
            <a:ext cx="10515600" cy="510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3. The players broadcast their received share </a:t>
            </a:r>
            <a:r>
              <a:rPr lang="en-US" altLang="zh-CN" sz="2400" dirty="0" err="1">
                <a:latin typeface="Palatino Linotype" panose="02040502050505030304" pitchFamily="18" charset="0"/>
                <a:cs typeface="Arial" panose="020B0604020202020204" pitchFamily="34" charset="0"/>
              </a:rPr>
              <a:t>s’i</a:t>
            </a:r>
            <a:endParaRPr lang="en-US" altLang="zh-CN" sz="2400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    - All players broadcast, a secret s is reconstructed. If s \in S, terminate the protocol; otherwise, jump to step 1.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    - Some players don’t broadcast, terminate the protocol.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Palatino Linotype" panose="02040502050505030304" pitchFamily="18" charset="0"/>
                <a:cs typeface="Arial" panose="020B0604020202020204" pitchFamily="34" charset="0"/>
              </a:rPr>
              <a:t>The insight: </a:t>
            </a: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Replace the dealer to a MPC protocol that run by the players themselves.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530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73846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From Game Theory to Crypto.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mtClean="0">
                <a:latin typeface="Palatino Linotype" panose="02040502050505030304" pitchFamily="18" charset="0"/>
                <a:cs typeface="Arial" panose="020B0604020202020204" pitchFamily="34" charset="0"/>
              </a:rPr>
              <a:t>14</a:t>
            </a:fld>
            <a:endParaRPr lang="zh-CN" altLang="en-US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16D457E-C1F6-45E1-AC70-AE347E235D33}"/>
              </a:ext>
            </a:extLst>
          </p:cNvPr>
          <p:cNvSpPr txBox="1">
            <a:spLocks/>
          </p:cNvSpPr>
          <p:nvPr/>
        </p:nvSpPr>
        <p:spPr>
          <a:xfrm>
            <a:off x="833469" y="1252986"/>
            <a:ext cx="10754186" cy="5344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Cryptographic adversaries </a:t>
            </a: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(with </a:t>
            </a:r>
            <a:r>
              <a:rPr lang="en-US" altLang="zh-CN" u="sng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pre-defined strategies</a:t>
            </a: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):</a:t>
            </a:r>
            <a:r>
              <a:rPr lang="en-US" altLang="zh-CN" b="1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 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Semi-honest or Malicious players.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Guarantees are provided in the face of worst-case adversarial behavior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Game-theoretic adversary </a:t>
            </a: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(with </a:t>
            </a:r>
            <a:r>
              <a:rPr lang="en-US" altLang="zh-CN" u="sng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undefined strategies</a:t>
            </a: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):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Rational players.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Concerns itself only with rational deviations.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Let’s bring game theory to cryptography: </a:t>
            </a:r>
            <a:r>
              <a:rPr lang="en-US" altLang="zh-CN" b="1" dirty="0">
                <a:solidFill>
                  <a:srgbClr val="C00000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Rational cryptography!</a:t>
            </a: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How about a mix of rational and malicious players?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[LT06,CRYPTO] Rationality and Adversarial Behavior in MPC</a:t>
            </a: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DFCF8009-6F36-1E09-D303-F8E29D74A7B6}"/>
              </a:ext>
            </a:extLst>
          </p:cNvPr>
          <p:cNvSpPr txBox="1">
            <a:spLocks/>
          </p:cNvSpPr>
          <p:nvPr/>
        </p:nvSpPr>
        <p:spPr>
          <a:xfrm>
            <a:off x="838199" y="6356349"/>
            <a:ext cx="90467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1400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5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73846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Rational MPC vs. Fair MPC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mtClean="0">
                <a:latin typeface="Palatino Linotype" panose="02040502050505030304" pitchFamily="18" charset="0"/>
                <a:cs typeface="Arial" panose="020B0604020202020204" pitchFamily="34" charset="0"/>
              </a:rPr>
              <a:t>15</a:t>
            </a:fld>
            <a:endParaRPr lang="zh-CN" altLang="en-US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99ED836-327F-4E1E-082A-4A467C95CC7E}"/>
              </a:ext>
            </a:extLst>
          </p:cNvPr>
          <p:cNvSpPr txBox="1">
            <a:spLocks/>
          </p:cNvSpPr>
          <p:nvPr/>
        </p:nvSpPr>
        <p:spPr>
          <a:xfrm>
            <a:off x="833469" y="1252986"/>
            <a:ext cx="10515600" cy="510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b="1" dirty="0">
                <a:latin typeface="Palatino Linotype" panose="02040502050505030304" pitchFamily="18" charset="0"/>
                <a:cs typeface="Arial" panose="020B0604020202020204" pitchFamily="34" charset="0"/>
              </a:rPr>
              <a:t>Rational MPC: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The players have many strategies, but they prefer the strategy that follows the protocol.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In other words, following the protocol is the dominated strategy, which forms a </a:t>
            </a:r>
            <a:r>
              <a:rPr lang="en-US" altLang="zh-CN" u="sng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equilibrium</a:t>
            </a: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Fair MPC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The players have many strategies, and they can chose any one.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However, for any strategy, the players always obtain the same output.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In other words, selfish adversaries cannot profit from their misbehavior.</a:t>
            </a: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0693EB-8BFA-EAEC-519F-8CF2FA08E8B3}"/>
              </a:ext>
            </a:extLst>
          </p:cNvPr>
          <p:cNvSpPr txBox="1"/>
          <p:nvPr/>
        </p:nvSpPr>
        <p:spPr>
          <a:xfrm>
            <a:off x="2725264" y="5940788"/>
            <a:ext cx="6732009" cy="575735"/>
          </a:xfrm>
          <a:prstGeom prst="rect">
            <a:avLst/>
          </a:prstGeom>
          <a:solidFill>
            <a:srgbClr val="DDE5F4"/>
          </a:solidFill>
        </p:spPr>
        <p:txBody>
          <a:bodyPr wrap="square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We can get fair MPC from rational MPC!</a:t>
            </a:r>
          </a:p>
        </p:txBody>
      </p:sp>
    </p:spTree>
    <p:extLst>
      <p:ext uri="{BB962C8B-B14F-4D97-AF65-F5344CB8AC3E}">
        <p14:creationId xmlns:p14="http://schemas.microsoft.com/office/powerpoint/2010/main" val="422905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73846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Prisoner’s Dilemma: Solution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mtClean="0">
                <a:latin typeface="Palatino Linotype" panose="02040502050505030304" pitchFamily="18" charset="0"/>
                <a:cs typeface="Arial" panose="020B0604020202020204" pitchFamily="34" charset="0"/>
              </a:rPr>
              <a:t>16</a:t>
            </a:fld>
            <a:endParaRPr lang="zh-CN" altLang="en-US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16D457E-C1F6-45E1-AC70-AE347E235D33}"/>
              </a:ext>
            </a:extLst>
          </p:cNvPr>
          <p:cNvSpPr txBox="1">
            <a:spLocks/>
          </p:cNvSpPr>
          <p:nvPr/>
        </p:nvSpPr>
        <p:spPr>
          <a:xfrm>
            <a:off x="833469" y="1252986"/>
            <a:ext cx="10515600" cy="510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Two </a:t>
            </a:r>
            <a:r>
              <a:rPr lang="en-US" altLang="zh-CN" u="sng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rational</a:t>
            </a: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 suspect, two possible strategies.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Each suspect always has a incentive to defect!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A mediator (for mediated game with multiple equilibrium).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Penalty after defects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Multi-round game</a:t>
            </a: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768800C-9D87-DC1E-5AA2-EF0C7350A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260" y="2649056"/>
            <a:ext cx="7402017" cy="155988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2937C3B-6310-F61E-924E-75BDC5AAF6F0}"/>
              </a:ext>
            </a:extLst>
          </p:cNvPr>
          <p:cNvSpPr txBox="1"/>
          <p:nvPr/>
        </p:nvSpPr>
        <p:spPr>
          <a:xfrm>
            <a:off x="4782731" y="5109576"/>
            <a:ext cx="5780164" cy="1235723"/>
          </a:xfrm>
          <a:prstGeom prst="rect">
            <a:avLst/>
          </a:prstGeom>
          <a:solidFill>
            <a:srgbClr val="FFDDDD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Can cryptography helps the game theory?</a:t>
            </a:r>
          </a:p>
        </p:txBody>
      </p:sp>
    </p:spTree>
    <p:extLst>
      <p:ext uri="{BB962C8B-B14F-4D97-AF65-F5344CB8AC3E}">
        <p14:creationId xmlns:p14="http://schemas.microsoft.com/office/powerpoint/2010/main" val="3428481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73846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From Game Theory to Fair MPC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mtClean="0">
                <a:latin typeface="Palatino Linotype" panose="02040502050505030304" pitchFamily="18" charset="0"/>
                <a:cs typeface="Arial" panose="020B0604020202020204" pitchFamily="34" charset="0"/>
              </a:rPr>
              <a:t>17</a:t>
            </a:fld>
            <a:endParaRPr lang="zh-CN" altLang="en-US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99ED836-327F-4E1E-082A-4A467C95CC7E}"/>
              </a:ext>
            </a:extLst>
          </p:cNvPr>
          <p:cNvSpPr txBox="1">
            <a:spLocks/>
          </p:cNvSpPr>
          <p:nvPr/>
        </p:nvSpPr>
        <p:spPr>
          <a:xfrm>
            <a:off x="838200" y="1252986"/>
            <a:ext cx="10515600" cy="510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dirty="0">
                <a:latin typeface="Palatino Linotype" panose="02040502050505030304" pitchFamily="18" charset="0"/>
                <a:cs typeface="Arial" panose="020B0604020202020204" pitchFamily="34" charset="0"/>
              </a:rPr>
              <a:t>We can borrow the idea of mediator or </a:t>
            </a: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penalty.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[Lindell08,CT-RSA] Legally Enforceable Fairness in Secure Two-Party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[BK14,CRYPTO] How to Use Bitcoin to Design Fair Protocol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12CD06C-27A2-244C-FFA7-839EFA487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338" y="3055856"/>
            <a:ext cx="7201323" cy="33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01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73846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From Crypto. to Game Theory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mtClean="0">
                <a:latin typeface="Palatino Linotype" panose="02040502050505030304" pitchFamily="18" charset="0"/>
                <a:cs typeface="Arial" panose="020B0604020202020204" pitchFamily="34" charset="0"/>
              </a:rPr>
              <a:t>18</a:t>
            </a:fld>
            <a:endParaRPr lang="zh-CN" altLang="en-US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16D457E-C1F6-45E1-AC70-AE347E235D33}"/>
              </a:ext>
            </a:extLst>
          </p:cNvPr>
          <p:cNvSpPr txBox="1">
            <a:spLocks/>
          </p:cNvSpPr>
          <p:nvPr/>
        </p:nvSpPr>
        <p:spPr>
          <a:xfrm>
            <a:off x="833469" y="1252986"/>
            <a:ext cx="10515600" cy="5171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Using cryptographic protocol </a:t>
            </a:r>
            <a:r>
              <a:rPr lang="en-US" altLang="zh-CN" u="sng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to replace a trusted mediator</a:t>
            </a: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,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which is run by the players themselves.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[GK08,SCN] How the authors remove the dealer is an example!</a:t>
            </a: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[Katz08,TCC] </a:t>
            </a:r>
            <a:r>
              <a:rPr lang="en-US" altLang="zh-CN" dirty="0">
                <a:latin typeface="Palatino Linotype" panose="02040502050505030304" pitchFamily="18" charset="0"/>
              </a:rPr>
              <a:t>Bridging Game Theory and Cryptography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[DSR06,CRYPTO] A cryptographic solution to a game theoretic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 problem</a:t>
            </a:r>
          </a:p>
        </p:txBody>
      </p:sp>
    </p:spTree>
    <p:extLst>
      <p:ext uri="{BB962C8B-B14F-4D97-AF65-F5344CB8AC3E}">
        <p14:creationId xmlns:p14="http://schemas.microsoft.com/office/powerpoint/2010/main" val="3338100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73846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Idea in Parallel: Covert Adversaries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mtClean="0">
                <a:latin typeface="Palatino Linotype" panose="02040502050505030304" pitchFamily="18" charset="0"/>
                <a:cs typeface="Arial" panose="020B0604020202020204" pitchFamily="34" charset="0"/>
              </a:rPr>
              <a:t>19</a:t>
            </a:fld>
            <a:endParaRPr lang="zh-CN" altLang="en-US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16D457E-C1F6-45E1-AC70-AE347E235D33}"/>
              </a:ext>
            </a:extLst>
          </p:cNvPr>
          <p:cNvSpPr txBox="1">
            <a:spLocks/>
          </p:cNvSpPr>
          <p:nvPr/>
        </p:nvSpPr>
        <p:spPr>
          <a:xfrm>
            <a:off x="833469" y="1252986"/>
            <a:ext cx="10515600" cy="510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There are some players can behave in malicious.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However, they do not want their </a:t>
            </a:r>
            <a:r>
              <a:rPr lang="en-US" altLang="zh-CN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misbehavior be detected by honest players.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For example, NSA does not want PRISM to be discovered.</a:t>
            </a: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1B1B1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[AL07,TCC] Security Against Covert Adversaries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Calc. the detection prob. of misbehavior.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B191B838-908E-C9AE-51E0-6D97F7FB6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7625" y="4776625"/>
            <a:ext cx="1989149" cy="1496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983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16D457E-C1F6-45E1-AC70-AE347E235D33}"/>
              </a:ext>
            </a:extLst>
          </p:cNvPr>
          <p:cNvSpPr txBox="1">
            <a:spLocks/>
          </p:cNvSpPr>
          <p:nvPr/>
        </p:nvSpPr>
        <p:spPr>
          <a:xfrm>
            <a:off x="833469" y="1252986"/>
            <a:ext cx="10515600" cy="5368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1B1B1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From the game theory to cryptography: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Borrow the model of players.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Borrow the solution of implementing equilibrium.</a:t>
            </a:r>
          </a:p>
          <a:p>
            <a:pPr lvl="1">
              <a:lnSpc>
                <a:spcPct val="120000"/>
              </a:lnSpc>
            </a:pPr>
            <a:endParaRPr lang="en-US" altLang="zh-CN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endParaRPr lang="en-US" altLang="zh-CN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endParaRPr lang="en-US" altLang="zh-CN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CN" dirty="0"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From cryptography to the game theory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Using </a:t>
            </a:r>
            <a:r>
              <a:rPr lang="en-US" altLang="zh-CN" u="sng" dirty="0">
                <a:latin typeface="Palatino Linotype" panose="02040502050505030304" pitchFamily="18" charset="0"/>
                <a:cs typeface="Arial" panose="020B0604020202020204" pitchFamily="34" charset="0"/>
              </a:rPr>
              <a:t>cryptographic protocols</a:t>
            </a:r>
            <a:r>
              <a:rPr lang="en-US" altLang="zh-CN" dirty="0">
                <a:latin typeface="Palatino Linotype" panose="02040502050505030304" pitchFamily="18" charset="0"/>
                <a:cs typeface="Arial" panose="020B0604020202020204" pitchFamily="34" charset="0"/>
              </a:rPr>
              <a:t> to replace a trusted mediator.</a:t>
            </a:r>
          </a:p>
          <a:p>
            <a:pPr lvl="1">
              <a:lnSpc>
                <a:spcPct val="120000"/>
              </a:lnSpc>
            </a:pPr>
            <a:endParaRPr lang="en-US" altLang="zh-CN" dirty="0">
              <a:solidFill>
                <a:srgbClr val="C00000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0A22D848-919B-5099-FBE5-86A854E9F857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3318181" y="4973362"/>
            <a:ext cx="0" cy="585169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477"/>
            <a:ext cx="10515600" cy="73846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mtClean="0">
                <a:latin typeface="Palatino Linotype" panose="02040502050505030304" pitchFamily="18" charset="0"/>
                <a:cs typeface="Arial" panose="020B0604020202020204" pitchFamily="34" charset="0"/>
              </a:rPr>
              <a:t>20</a:t>
            </a:fld>
            <a:endParaRPr lang="zh-CN" altLang="en-US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81AC610-8BE0-12B8-98DD-B8EA4D49020D}"/>
              </a:ext>
            </a:extLst>
          </p:cNvPr>
          <p:cNvGrpSpPr/>
          <p:nvPr/>
        </p:nvGrpSpPr>
        <p:grpSpPr>
          <a:xfrm>
            <a:off x="1387365" y="2789126"/>
            <a:ext cx="9067668" cy="2184832"/>
            <a:chOff x="1527284" y="1816665"/>
            <a:chExt cx="9137432" cy="2415741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BE915C1-B323-E30C-A868-23A54CB2D7D4}"/>
                </a:ext>
              </a:extLst>
            </p:cNvPr>
            <p:cNvSpPr txBox="1"/>
            <p:nvPr/>
          </p:nvSpPr>
          <p:spPr>
            <a:xfrm>
              <a:off x="1527284" y="2503356"/>
              <a:ext cx="2059371" cy="4616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1B1B1B"/>
                  </a:solidFill>
                  <a:latin typeface="Palatino Linotype" panose="02040502050505030304" pitchFamily="18" charset="0"/>
                  <a:cs typeface="Arial" panose="020B0604020202020204" pitchFamily="34" charset="0"/>
                </a:rPr>
                <a:t>Semi-honest</a:t>
              </a:r>
              <a:endParaRPr lang="zh-CN" altLang="en-US" sz="2400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7B9FE33-6CB1-BD58-EE3D-1CF5F4015AC2}"/>
                </a:ext>
              </a:extLst>
            </p:cNvPr>
            <p:cNvSpPr txBox="1"/>
            <p:nvPr/>
          </p:nvSpPr>
          <p:spPr>
            <a:xfrm>
              <a:off x="4974676" y="3005478"/>
              <a:ext cx="2059371" cy="4616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1B1B1B"/>
                  </a:solidFill>
                  <a:latin typeface="Palatino Linotype" panose="02040502050505030304" pitchFamily="18" charset="0"/>
                  <a:cs typeface="Arial" panose="020B0604020202020204" pitchFamily="34" charset="0"/>
                </a:rPr>
                <a:t>Rational</a:t>
              </a:r>
              <a:endParaRPr lang="zh-CN" altLang="en-US" sz="24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124FC4C-AA81-FD49-73C1-91D051326C58}"/>
                </a:ext>
              </a:extLst>
            </p:cNvPr>
            <p:cNvSpPr txBox="1"/>
            <p:nvPr/>
          </p:nvSpPr>
          <p:spPr>
            <a:xfrm>
              <a:off x="8605345" y="2503354"/>
              <a:ext cx="2059371" cy="4616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1B1B1B"/>
                  </a:solidFill>
                  <a:latin typeface="Palatino Linotype" panose="02040502050505030304" pitchFamily="18" charset="0"/>
                  <a:cs typeface="Arial" panose="020B0604020202020204" pitchFamily="34" charset="0"/>
                </a:rPr>
                <a:t>Malicious</a:t>
              </a:r>
              <a:endParaRPr lang="zh-CN" altLang="en-US" sz="24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A5276E6-4942-8A02-9C63-38546C55612D}"/>
                </a:ext>
              </a:extLst>
            </p:cNvPr>
            <p:cNvSpPr txBox="1"/>
            <p:nvPr/>
          </p:nvSpPr>
          <p:spPr>
            <a:xfrm>
              <a:off x="4974675" y="2389824"/>
              <a:ext cx="2059371" cy="4616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1B1B1B"/>
                  </a:solidFill>
                  <a:latin typeface="Palatino Linotype" panose="02040502050505030304" pitchFamily="18" charset="0"/>
                  <a:cs typeface="Arial" panose="020B0604020202020204" pitchFamily="34" charset="0"/>
                </a:rPr>
                <a:t>Covert</a:t>
              </a:r>
              <a:endParaRPr lang="zh-CN" altLang="en-US" sz="2400" dirty="0"/>
            </a:p>
          </p:txBody>
        </p:sp>
        <p:cxnSp>
          <p:nvCxnSpPr>
            <p:cNvPr id="13" name="连接符: 曲线 12">
              <a:extLst>
                <a:ext uri="{FF2B5EF4-FFF2-40B4-BE49-F238E27FC236}">
                  <a16:creationId xmlns:a16="http://schemas.microsoft.com/office/drawing/2014/main" id="{3EBE3D55-41A8-611A-B1DC-C029812B170C}"/>
                </a:ext>
              </a:extLst>
            </p:cNvPr>
            <p:cNvCxnSpPr>
              <a:cxnSpLocks/>
              <a:stCxn id="5" idx="0"/>
              <a:endCxn id="7" idx="0"/>
            </p:cNvCxnSpPr>
            <p:nvPr/>
          </p:nvCxnSpPr>
          <p:spPr>
            <a:xfrm rot="5400000" flipH="1" flipV="1">
              <a:off x="6095999" y="-1035675"/>
              <a:ext cx="2" cy="7078061"/>
            </a:xfrm>
            <a:prstGeom prst="curvedConnector3">
              <a:avLst>
                <a:gd name="adj1" fmla="val 11430100000"/>
              </a:avLst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连接符: 曲线 20">
              <a:extLst>
                <a:ext uri="{FF2B5EF4-FFF2-40B4-BE49-F238E27FC236}">
                  <a16:creationId xmlns:a16="http://schemas.microsoft.com/office/drawing/2014/main" id="{EC2133B7-54E0-7F73-764F-E1767FF66490}"/>
                </a:ext>
              </a:extLst>
            </p:cNvPr>
            <p:cNvCxnSpPr>
              <a:cxnSpLocks/>
              <a:stCxn id="6" idx="2"/>
              <a:endCxn id="7" idx="2"/>
            </p:cNvCxnSpPr>
            <p:nvPr/>
          </p:nvCxnSpPr>
          <p:spPr>
            <a:xfrm rot="5400000" flipH="1" flipV="1">
              <a:off x="7568634" y="1400746"/>
              <a:ext cx="502124" cy="3630669"/>
            </a:xfrm>
            <a:prstGeom prst="curvedConnector3">
              <a:avLst>
                <a:gd name="adj1" fmla="val -45527"/>
              </a:avLst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F5A2A3C-E63E-FA05-09EF-28A7E25A24F6}"/>
                </a:ext>
              </a:extLst>
            </p:cNvPr>
            <p:cNvSpPr txBox="1"/>
            <p:nvPr/>
          </p:nvSpPr>
          <p:spPr>
            <a:xfrm>
              <a:off x="4848553" y="1816665"/>
              <a:ext cx="2059371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529B"/>
                  </a:solidFill>
                  <a:latin typeface="Palatino Linotype" panose="02040502050505030304" pitchFamily="18" charset="0"/>
                  <a:cs typeface="Arial" panose="020B0604020202020204" pitchFamily="34" charset="0"/>
                </a:rPr>
                <a:t>Conv. Crypto.</a:t>
              </a:r>
              <a:endParaRPr lang="zh-CN" altLang="en-US" sz="2000" dirty="0">
                <a:solidFill>
                  <a:srgbClr val="00529B"/>
                </a:solidFill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A13D05B-03EE-3D4D-B5F7-7ECD32C8374F}"/>
                </a:ext>
              </a:extLst>
            </p:cNvPr>
            <p:cNvSpPr txBox="1"/>
            <p:nvPr/>
          </p:nvSpPr>
          <p:spPr>
            <a:xfrm>
              <a:off x="6912354" y="3221766"/>
              <a:ext cx="2059371" cy="44239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529B"/>
                  </a:solidFill>
                  <a:latin typeface="Palatino Linotype" panose="02040502050505030304" pitchFamily="18" charset="0"/>
                  <a:cs typeface="Arial" panose="020B0604020202020204" pitchFamily="34" charset="0"/>
                </a:rPr>
                <a:t>Mixed behavior</a:t>
              </a:r>
              <a:endParaRPr lang="zh-CN" altLang="en-US" sz="2000" dirty="0">
                <a:solidFill>
                  <a:srgbClr val="00529B"/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32635242-A169-24AC-211E-B4C4CE5E7461}"/>
                </a:ext>
              </a:extLst>
            </p:cNvPr>
            <p:cNvSpPr txBox="1"/>
            <p:nvPr/>
          </p:nvSpPr>
          <p:spPr>
            <a:xfrm>
              <a:off x="4978872" y="3790009"/>
              <a:ext cx="2059371" cy="44239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529B"/>
                  </a:solidFill>
                  <a:latin typeface="Palatino Linotype" panose="02040502050505030304" pitchFamily="18" charset="0"/>
                  <a:cs typeface="Arial" panose="020B0604020202020204" pitchFamily="34" charset="0"/>
                </a:rPr>
                <a:t>Rational Crypto.</a:t>
              </a:r>
              <a:endParaRPr lang="zh-CN" altLang="en-US" sz="2000" dirty="0">
                <a:solidFill>
                  <a:srgbClr val="00529B"/>
                </a:solidFill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D6C21620-437A-232D-CA24-5F7E4C7E8282}"/>
              </a:ext>
            </a:extLst>
          </p:cNvPr>
          <p:cNvSpPr txBox="1"/>
          <p:nvPr/>
        </p:nvSpPr>
        <p:spPr>
          <a:xfrm>
            <a:off x="2593428" y="4573252"/>
            <a:ext cx="14495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Fair MPC</a:t>
            </a:r>
            <a:endParaRPr lang="zh-CN" altLang="en-US" sz="2000" dirty="0">
              <a:solidFill>
                <a:srgbClr val="00529B"/>
              </a:solidFill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7A79EC4E-714B-84B5-52F1-448B24C8FFF3}"/>
              </a:ext>
            </a:extLst>
          </p:cNvPr>
          <p:cNvCxnSpPr>
            <a:cxnSpLocks/>
            <a:stCxn id="32" idx="3"/>
            <a:endCxn id="29" idx="1"/>
          </p:cNvCxnSpPr>
          <p:nvPr/>
        </p:nvCxnSpPr>
        <p:spPr>
          <a:xfrm>
            <a:off x="4042934" y="4773307"/>
            <a:ext cx="769666" cy="596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171BD66-085B-07F9-CB91-C2DF41B39B32}"/>
              </a:ext>
            </a:extLst>
          </p:cNvPr>
          <p:cNvCxnSpPr>
            <a:cxnSpLocks/>
            <a:stCxn id="6" idx="2"/>
            <a:endCxn id="29" idx="0"/>
          </p:cNvCxnSpPr>
          <p:nvPr/>
        </p:nvCxnSpPr>
        <p:spPr>
          <a:xfrm>
            <a:off x="5830260" y="4281843"/>
            <a:ext cx="4164" cy="292005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65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8C1A-9302-4744-8637-3D0075A5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7061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Materials of This Talk</a:t>
            </a:r>
            <a:endParaRPr lang="zh-CN" altLang="en-US" dirty="0">
              <a:solidFill>
                <a:srgbClr val="00529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CFB19-513B-42E1-B2A3-5635825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4ED4D-7A99-43B8-A332-8518E32AAACE}" type="slidenum">
              <a:rPr lang="zh-CN" altLang="en-US" sz="1100" smtClean="0">
                <a:latin typeface="Palatino Linotype" panose="02040502050505030304" pitchFamily="18" charset="0"/>
                <a:cs typeface="Arial" panose="020B0604020202020204" pitchFamily="34" charset="0"/>
              </a:rPr>
              <a:t>21</a:t>
            </a:fld>
            <a:endParaRPr lang="zh-CN" altLang="en-US" sz="1100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D4654109-3BAD-4B33-A80D-7B179C6EEFC1}"/>
              </a:ext>
            </a:extLst>
          </p:cNvPr>
          <p:cNvSpPr txBox="1">
            <a:spLocks/>
          </p:cNvSpPr>
          <p:nvPr/>
        </p:nvSpPr>
        <p:spPr>
          <a:xfrm>
            <a:off x="838200" y="1150690"/>
            <a:ext cx="10515600" cy="49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Rational Protocol</a:t>
            </a:r>
            <a:endParaRPr lang="en-US" altLang="zh-CN" sz="2400" b="1" dirty="0">
              <a:solidFill>
                <a:srgbClr val="00529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Palatino Linotype" panose="02040502050505030304" pitchFamily="18" charset="0"/>
                <a:cs typeface="Arial" panose="020B0604020202020204" pitchFamily="34" charset="0"/>
              </a:rPr>
              <a:t>[HT04,STOC] </a:t>
            </a: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Rational Secret Sharing and MPC</a:t>
            </a:r>
          </a:p>
          <a:p>
            <a:pPr>
              <a:lnSpc>
                <a:spcPct val="120000"/>
              </a:lnSpc>
            </a:pPr>
            <a:r>
              <a:rPr lang="en-US" altLang="zh-CN" sz="2400" b="1" u="sng" dirty="0">
                <a:latin typeface="Palatino Linotype" panose="02040502050505030304" pitchFamily="18" charset="0"/>
                <a:cs typeface="Arial" panose="020B0604020202020204" pitchFamily="34" charset="0"/>
              </a:rPr>
              <a:t>[GK06,SCN] </a:t>
            </a:r>
            <a:r>
              <a:rPr lang="en-US" altLang="zh-CN" sz="2400" u="sng" dirty="0">
                <a:latin typeface="Palatino Linotype" panose="02040502050505030304" pitchFamily="18" charset="0"/>
                <a:cs typeface="Arial" panose="020B0604020202020204" pitchFamily="34" charset="0"/>
              </a:rPr>
              <a:t>Rational Secret Sharing, Revisited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Palatino Linotype" panose="02040502050505030304" pitchFamily="18" charset="0"/>
                <a:cs typeface="Arial" panose="020B0604020202020204" pitchFamily="34" charset="0"/>
              </a:rPr>
              <a:t>[Katz08,TCC] </a:t>
            </a: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Bridging Game Theory and Cryptography: Recent Results and Future Directions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solidFill>
                  <a:srgbClr val="00529B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Fair Protocol</a:t>
            </a:r>
            <a:endParaRPr lang="en-US" altLang="zh-CN" sz="2400" dirty="0">
              <a:solidFill>
                <a:srgbClr val="00529B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Palatino Linotype" panose="02040502050505030304" pitchFamily="18" charset="0"/>
                <a:cs typeface="Arial" panose="020B0604020202020204" pitchFamily="34" charset="0"/>
              </a:rPr>
              <a:t>[Lin08,CT-RSA] </a:t>
            </a: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Legally-Enforceable Fairness in Secure 2PC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Palatino Linotype" panose="02040502050505030304" pitchFamily="18" charset="0"/>
                <a:cs typeface="Arial" panose="020B0604020202020204" pitchFamily="34" charset="0"/>
              </a:rPr>
              <a:t>[BK14,CRYPTO] </a:t>
            </a:r>
            <a:r>
              <a:rPr lang="en-US" altLang="zh-CN" sz="2400" dirty="0">
                <a:latin typeface="Palatino Linotype" panose="02040502050505030304" pitchFamily="18" charset="0"/>
                <a:cs typeface="Arial" panose="020B0604020202020204" pitchFamily="34" charset="0"/>
              </a:rPr>
              <a:t>How to Use Bitcoin to Design Fair Protocols</a:t>
            </a:r>
          </a:p>
          <a:p>
            <a:pPr>
              <a:lnSpc>
                <a:spcPct val="120000"/>
              </a:lnSpc>
            </a:pPr>
            <a:endParaRPr lang="en-US" altLang="zh-CN" sz="2400" dirty="0"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3667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17297</TotalTime>
  <Words>1641</Words>
  <Application>Microsoft Office PowerPoint</Application>
  <PresentationFormat>宽屏</PresentationFormat>
  <Paragraphs>233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等线</vt:lpstr>
      <vt:lpstr>等线 Light</vt:lpstr>
      <vt:lpstr>华文楷体</vt:lpstr>
      <vt:lpstr>Arial</vt:lpstr>
      <vt:lpstr>Palatino Linotype</vt:lpstr>
      <vt:lpstr>Office 主题​​</vt:lpstr>
      <vt:lpstr>PowerPoint 演示文稿</vt:lpstr>
      <vt:lpstr>Conventional Participants in Crypto.</vt:lpstr>
      <vt:lpstr>Secret Sharing under Conv. Players</vt:lpstr>
      <vt:lpstr>What if? Selfish Player(s)</vt:lpstr>
      <vt:lpstr>Selfish Player -&gt; Rational Adversary</vt:lpstr>
      <vt:lpstr>The Game Theory: Prisoner’s Dilemma</vt:lpstr>
      <vt:lpstr>Rational Secret Sharing</vt:lpstr>
      <vt:lpstr>Rational SS: [HT04] for 3-out-of-3</vt:lpstr>
      <vt:lpstr>[HT04]: Analysis</vt:lpstr>
      <vt:lpstr>Rational SS: [GK08] for 2-out-of-2</vt:lpstr>
      <vt:lpstr>[GK08]: Analysis</vt:lpstr>
      <vt:lpstr>[GK08]: Removing the Dealer</vt:lpstr>
      <vt:lpstr>[GK08]: Removing the Dealer</vt:lpstr>
      <vt:lpstr>From Game Theory to Crypto.</vt:lpstr>
      <vt:lpstr>Rational MPC vs. Fair MPC</vt:lpstr>
      <vt:lpstr>Prisoner’s Dilemma: Solution</vt:lpstr>
      <vt:lpstr>From Game Theory to Fair MPC </vt:lpstr>
      <vt:lpstr>From Crypto. to Game Theory</vt:lpstr>
      <vt:lpstr>Idea in Parallel: Covert Adversaries</vt:lpstr>
      <vt:lpstr>Conclusion</vt:lpstr>
      <vt:lpstr>Materials of This Talk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zebra</dc:creator>
  <cp:lastModifiedBy>Zhongming Wang</cp:lastModifiedBy>
  <cp:revision>115</cp:revision>
  <dcterms:created xsi:type="dcterms:W3CDTF">2022-06-27T01:56:44Z</dcterms:created>
  <dcterms:modified xsi:type="dcterms:W3CDTF">2024-05-31T06:18:40Z</dcterms:modified>
</cp:coreProperties>
</file>