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93" r:id="rId4"/>
    <p:sldId id="297" r:id="rId6"/>
    <p:sldId id="294" r:id="rId7"/>
    <p:sldId id="298" r:id="rId8"/>
    <p:sldId id="295" r:id="rId9"/>
    <p:sldId id="299" r:id="rId10"/>
    <p:sldId id="30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490" y="3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D1E12-285B-417D-B007-A088DE263B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9B24C-0409-44A6-9614-5887C9559D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9.png"/><Relationship Id="rId7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7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Introduction to Modern Cryptography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702136"/>
            <a:ext cx="9144000" cy="119623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Chapter 3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altLang="zh-CN" sz="4000" dirty="0"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 Private-Key Encryption</a:t>
            </a:r>
            <a:endParaRPr lang="en-US" altLang="zh-CN" sz="4000" dirty="0"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3678" y="3754876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原命题：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524" y="1232436"/>
            <a:ext cx="5397328" cy="16860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82" y="1232436"/>
            <a:ext cx="5003387" cy="16860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358282" y="189884"/>
            <a:ext cx="400132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THEOREM 3.10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03678" y="4644151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逆否命题：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81" y="4253998"/>
            <a:ext cx="8071007" cy="292066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79" y="5192663"/>
            <a:ext cx="8071008" cy="32971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03913" y="5881164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非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EAV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安全：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73" y="6285166"/>
            <a:ext cx="8071265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58282" y="189884"/>
            <a:ext cx="400132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THEOREM 3.10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8282" y="650259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逆否命题：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82" y="1554407"/>
            <a:ext cx="7551278" cy="51137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82" y="1166101"/>
            <a:ext cx="7149524" cy="2920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330030"/>
            <a:ext cx="8248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THEOREM 3.11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8" y="1310348"/>
            <a:ext cx="5043535" cy="16995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420" y="1310348"/>
            <a:ext cx="4890811" cy="17605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52578" y="3529843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原命题：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2578" y="4628545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逆否命题：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78" y="3951995"/>
            <a:ext cx="6458282" cy="56517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93" y="5042827"/>
            <a:ext cx="6464632" cy="5842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2808" y="5666534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非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EAV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安全：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8" y="6152451"/>
            <a:ext cx="8071265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330030"/>
            <a:ext cx="8248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THEOREM 3.11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5758" y="906175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逆否命题：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8" y="1280657"/>
            <a:ext cx="6464632" cy="5842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8" y="1864887"/>
            <a:ext cx="6543866" cy="48001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5758" y="330030"/>
            <a:ext cx="8248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THEOREM 3.13</a:t>
            </a:r>
            <a:endParaRPr lang="en-US" altLang="zh-CN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152" y="933079"/>
            <a:ext cx="4620605" cy="1703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42" y="2830227"/>
            <a:ext cx="5151115" cy="8017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83" y="984321"/>
            <a:ext cx="4750330" cy="1600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252783" y="4141264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非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EAV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安全：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9343" y="4967306"/>
            <a:ext cx="370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非语义安全：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43" y="4545266"/>
            <a:ext cx="8071265" cy="387370"/>
          </a:xfrm>
          <a:prstGeom prst="rect">
            <a:avLst/>
          </a:prstGeom>
        </p:spPr>
      </p:pic>
      <p:sp>
        <p:nvSpPr>
          <p:cNvPr id="15" name="箭头: 左右 14"/>
          <p:cNvSpPr/>
          <p:nvPr/>
        </p:nvSpPr>
        <p:spPr>
          <a:xfrm>
            <a:off x="5429250" y="1619218"/>
            <a:ext cx="1333500" cy="330954"/>
          </a:xfrm>
          <a:prstGeom prst="left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44" y="5371308"/>
            <a:ext cx="7353678" cy="590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5" y="293276"/>
            <a:ext cx="2801302" cy="77482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5" y="1242018"/>
            <a:ext cx="8965293" cy="54966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445" y="109178"/>
            <a:ext cx="4490891" cy="10458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112258"/>
            <a:ext cx="2587942" cy="7628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445" y="109178"/>
            <a:ext cx="4490891" cy="10458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1" y="1139088"/>
            <a:ext cx="7947659" cy="56066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4.8849606299213,&quot;left&quot;:35.636062992125986,&quot;top&quot;:277.9403937007874,&quot;width&quot;:509.02614173228346}"/>
</p:tagLst>
</file>

<file path=ppt/tags/tag2.xml><?xml version="1.0" encoding="utf-8"?>
<p:tagLst xmlns:p="http://schemas.openxmlformats.org/presentationml/2006/main">
  <p:tag name="KSO_WM_DIAGRAM_VIRTUALLY_FRAME" val="{&quot;height&quot;:204.8849606299213,&quot;left&quot;:35.636062992125986,&quot;top&quot;:277.9403937007874,&quot;width&quot;:509.02614173228346}"/>
</p:tagLst>
</file>

<file path=ppt/tags/tag3.xml><?xml version="1.0" encoding="utf-8"?>
<p:tagLst xmlns:p="http://schemas.openxmlformats.org/presentationml/2006/main">
  <p:tag name="KSO_WM_DIAGRAM_VIRTUALLY_FRAME" val="{&quot;height&quot;:204.8849606299213,&quot;left&quot;:35.636062992125986,&quot;top&quot;:277.9403937007874,&quot;width&quot;:509.02614173228346}"/>
</p:tagLst>
</file>

<file path=ppt/tags/tag4.xml><?xml version="1.0" encoding="utf-8"?>
<p:tagLst xmlns:p="http://schemas.openxmlformats.org/presentationml/2006/main">
  <p:tag name="KSO_WM_DIAGRAM_VIRTUALLY_FRAME" val="{&quot;height&quot;:204.8849606299213,&quot;left&quot;:35.636062992125986,&quot;top&quot;:277.9403937007874,&quot;width&quot;:509.0261417322834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WPS 演示</Application>
  <PresentationFormat>宽屏</PresentationFormat>
  <Paragraphs>35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华文中宋</vt:lpstr>
      <vt:lpstr>微软雅黑</vt:lpstr>
      <vt:lpstr>Arial Unicode MS</vt:lpstr>
      <vt:lpstr>等线 Light</vt:lpstr>
      <vt:lpstr>等线</vt:lpstr>
      <vt:lpstr>Calibri</vt:lpstr>
      <vt:lpstr>Office 主题​​</vt:lpstr>
      <vt:lpstr>Introduction to Modern Cryptography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家瑞 薛</dc:creator>
  <cp:lastModifiedBy>拉哈啦大人</cp:lastModifiedBy>
  <cp:revision>218</cp:revision>
  <dcterms:created xsi:type="dcterms:W3CDTF">2026-08-01T11:14:00Z</dcterms:created>
  <dcterms:modified xsi:type="dcterms:W3CDTF">2026-08-25T07:41:01Z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DB6E53B640014CCF806A1526CFE7B78B_12</vt:lpwstr>
  </property>
  <property fmtid="{D5CDD505-2E9C-101B-9397-08002B2CF9AE}" pid="3" name="KSOProductBuildVer">
    <vt:lpwstr>2052-12.1.0.28043</vt:lpwstr>
  </property>
</Properties>
</file>